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13"/>
  </p:notesMasterIdLst>
  <p:handoutMasterIdLst>
    <p:handoutMasterId r:id="rId14"/>
  </p:handoutMasterIdLst>
  <p:sldIdLst>
    <p:sldId id="257" r:id="rId2"/>
    <p:sldId id="261" r:id="rId3"/>
    <p:sldId id="290" r:id="rId4"/>
    <p:sldId id="262" r:id="rId5"/>
    <p:sldId id="280" r:id="rId6"/>
    <p:sldId id="289" r:id="rId7"/>
    <p:sldId id="283" r:id="rId8"/>
    <p:sldId id="284" r:id="rId9"/>
    <p:sldId id="291" r:id="rId10"/>
    <p:sldId id="287" r:id="rId11"/>
    <p:sldId id="279" r:id="rId1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44529"/>
    <a:srgbClr val="2B3922"/>
    <a:srgbClr val="2E3722"/>
    <a:srgbClr val="FCF7F1"/>
    <a:srgbClr val="B8D233"/>
    <a:srgbClr val="5CC6D6"/>
    <a:srgbClr val="F8D22F"/>
    <a:srgbClr val="F03F2B"/>
    <a:srgbClr val="3488A0"/>
    <a:srgbClr val="5790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>
        <p:scale>
          <a:sx n="110" d="100"/>
          <a:sy n="110" d="100"/>
        </p:scale>
        <p:origin x="570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355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diagrams/_rels/data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ckdgkwkd27/LCH_RTS" TargetMode="External"/></Relationships>
</file>

<file path=ppt/diagrams/_rels/drawing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ckdgkwkd27/LCH_RTS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1A66772-F185-4D58-B8BB-E9370D7A7A2B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 rtlCol="0"/>
        <a:lstStyle/>
        <a:p>
          <a:pPr rtl="0"/>
          <a:endParaRPr lang="en-US"/>
        </a:p>
      </dgm:t>
    </dgm:pt>
    <dgm:pt modelId="{40FC4FFE-8987-4A26-B7F4-8A516F18ADAE}">
      <dgm:prSet/>
      <dgm:spPr/>
      <dgm:t>
        <a:bodyPr rtlCol="0"/>
        <a:lstStyle/>
        <a:p>
          <a:pPr rtl="0">
            <a:lnSpc>
              <a:spcPct val="100000"/>
            </a:lnSpc>
            <a:defRPr cap="all"/>
          </a:pPr>
          <a:r>
            <a:rPr lang="en-US" altLang="ko" dirty="0">
              <a:latin typeface="+mj-ea"/>
              <a:ea typeface="+mj-ea"/>
            </a:rPr>
            <a:t>1. </a:t>
          </a:r>
          <a:r>
            <a:rPr lang="en-US" altLang="ko" dirty="0" err="1">
              <a:latin typeface="+mj-ea"/>
              <a:ea typeface="+mj-ea"/>
            </a:rPr>
            <a:t>Os</a:t>
          </a:r>
          <a:r>
            <a:rPr lang="en-US" altLang="ko" dirty="0">
              <a:latin typeface="+mj-ea"/>
              <a:ea typeface="+mj-ea"/>
            </a:rPr>
            <a:t>: WINDOWS 11</a:t>
          </a:r>
        </a:p>
        <a:p>
          <a:pPr rtl="0">
            <a:lnSpc>
              <a:spcPct val="100000"/>
            </a:lnSpc>
            <a:defRPr cap="all"/>
          </a:pPr>
          <a:r>
            <a:rPr lang="en-US" altLang="ko" dirty="0">
              <a:latin typeface="+mj-ea"/>
              <a:ea typeface="+mj-ea"/>
            </a:rPr>
            <a:t>2. Tool: VS2022, Rider</a:t>
          </a:r>
        </a:p>
        <a:p>
          <a:pPr rtl="0">
            <a:lnSpc>
              <a:spcPct val="100000"/>
            </a:lnSpc>
            <a:defRPr cap="all"/>
          </a:pPr>
          <a:r>
            <a:rPr lang="en-US" altLang="ko" dirty="0">
              <a:latin typeface="+mj-ea"/>
              <a:ea typeface="+mj-ea"/>
            </a:rPr>
            <a:t>3. CPU: </a:t>
          </a:r>
          <a:r>
            <a:rPr lang="it-IT" altLang="ko" dirty="0">
              <a:latin typeface="+mj-ea"/>
              <a:ea typeface="+mj-ea"/>
            </a:rPr>
            <a:t>AMD Ryzen 9 7900</a:t>
          </a:r>
        </a:p>
        <a:p>
          <a:pPr rtl="0">
            <a:lnSpc>
              <a:spcPct val="100000"/>
            </a:lnSpc>
            <a:defRPr cap="all"/>
          </a:pPr>
          <a:r>
            <a:rPr lang="it-IT" altLang="ko" dirty="0">
              <a:latin typeface="+mj-ea"/>
              <a:ea typeface="+mj-ea"/>
            </a:rPr>
            <a:t>4. Ram: 32gb</a:t>
          </a:r>
          <a:endParaRPr lang="en-US" altLang="ko" dirty="0">
            <a:latin typeface="+mj-ea"/>
            <a:ea typeface="+mj-ea"/>
          </a:endParaRPr>
        </a:p>
        <a:p>
          <a:pPr rtl="0">
            <a:lnSpc>
              <a:spcPct val="100000"/>
            </a:lnSpc>
            <a:defRPr cap="all"/>
          </a:pPr>
          <a:endParaRPr lang="ko" dirty="0">
            <a:latin typeface="+mj-ea"/>
            <a:ea typeface="+mj-ea"/>
          </a:endParaRPr>
        </a:p>
      </dgm:t>
    </dgm:pt>
    <dgm:pt modelId="{CAD7EF86-FB23-41F6-BF42-040B36DEFDB1}" type="parTrans" cxnId="{C7AD8469-3C68-4AF9-AB82-79B0043AA120}">
      <dgm:prSet/>
      <dgm:spPr/>
      <dgm:t>
        <a:bodyPr rtlCol="0"/>
        <a:lstStyle/>
        <a:p>
          <a:pPr rtl="0"/>
          <a:endParaRPr lang="en-US"/>
        </a:p>
      </dgm:t>
    </dgm:pt>
    <dgm:pt modelId="{5B62599A-5C9B-48E7-896E-EA782AC60C8B}" type="sibTrans" cxnId="{C7AD8469-3C68-4AF9-AB82-79B0043AA120}">
      <dgm:prSet/>
      <dgm:spPr/>
      <dgm:t>
        <a:bodyPr rtlCol="0"/>
        <a:lstStyle/>
        <a:p>
          <a:pPr rtl="0"/>
          <a:endParaRPr lang="en-US"/>
        </a:p>
      </dgm:t>
    </dgm:pt>
    <dgm:pt modelId="{49225C73-1633-42F1-AB3B-7CB183E5F8B8}">
      <dgm:prSet custT="1"/>
      <dgm:spPr/>
      <dgm:t>
        <a:bodyPr rtlCol="0"/>
        <a:lstStyle/>
        <a:p>
          <a:pPr rtl="0">
            <a:lnSpc>
              <a:spcPct val="100000"/>
            </a:lnSpc>
            <a:defRPr cap="all"/>
          </a:pPr>
          <a:r>
            <a:rPr lang="ko-KR" altLang="en-US" sz="1100" dirty="0" err="1">
              <a:latin typeface="+mj-ea"/>
              <a:ea typeface="+mj-ea"/>
            </a:rPr>
            <a:t>깃허브</a:t>
          </a:r>
          <a:r>
            <a:rPr lang="en-US" altLang="ko-KR" sz="1100" dirty="0">
              <a:latin typeface="+mj-ea"/>
              <a:ea typeface="+mj-ea"/>
            </a:rPr>
            <a:t>: </a:t>
          </a:r>
          <a:r>
            <a:rPr lang="en-US" altLang="ko-KR" sz="1100" dirty="0">
              <a:latin typeface="+mj-ea"/>
              <a:ea typeface="+mj-ea"/>
              <a:hlinkClick xmlns:r="http://schemas.openxmlformats.org/officeDocument/2006/relationships" r:id="rId1"/>
            </a:rPr>
            <a:t>https://github.com/ckdgkwkd27/LCH_RTS</a:t>
          </a:r>
          <a:endParaRPr lang="en-US" altLang="ko-KR" sz="1100" dirty="0">
            <a:latin typeface="+mj-ea"/>
            <a:ea typeface="+mj-ea"/>
          </a:endParaRPr>
        </a:p>
        <a:p>
          <a:pPr rtl="0">
            <a:lnSpc>
              <a:spcPct val="100000"/>
            </a:lnSpc>
            <a:defRPr cap="all"/>
          </a:pPr>
          <a:endParaRPr lang="en-US" altLang="ko-KR" sz="1100" dirty="0">
            <a:latin typeface="+mj-ea"/>
            <a:ea typeface="+mj-ea"/>
          </a:endParaRPr>
        </a:p>
      </dgm:t>
    </dgm:pt>
    <dgm:pt modelId="{1A0E2090-1D4F-438A-8766-B6030CE01ADD}" type="parTrans" cxnId="{A9154303-8225-4248-91DC-1B0156A35F07}">
      <dgm:prSet/>
      <dgm:spPr/>
      <dgm:t>
        <a:bodyPr rtlCol="0"/>
        <a:lstStyle/>
        <a:p>
          <a:pPr rtl="0"/>
          <a:endParaRPr lang="en-US"/>
        </a:p>
      </dgm:t>
    </dgm:pt>
    <dgm:pt modelId="{9646853A-8964-4519-A5B1-0B7D18B2983D}" type="sibTrans" cxnId="{A9154303-8225-4248-91DC-1B0156A35F07}">
      <dgm:prSet/>
      <dgm:spPr/>
      <dgm:t>
        <a:bodyPr rtlCol="0"/>
        <a:lstStyle/>
        <a:p>
          <a:pPr rtl="0"/>
          <a:endParaRPr lang="en-US"/>
        </a:p>
      </dgm:t>
    </dgm:pt>
    <dgm:pt modelId="{1C383F32-22E8-4F62-A3E0-BDC3D5F48992}">
      <dgm:prSet/>
      <dgm:spPr/>
      <dgm:t>
        <a:bodyPr rtlCol="0"/>
        <a:lstStyle/>
        <a:p>
          <a:pPr rtl="0">
            <a:lnSpc>
              <a:spcPct val="100000"/>
            </a:lnSpc>
            <a:defRPr cap="all"/>
          </a:pPr>
          <a:endParaRPr lang="en-US" altLang="ko" dirty="0">
            <a:latin typeface="+mj-ea"/>
            <a:ea typeface="+mj-ea"/>
          </a:endParaRPr>
        </a:p>
        <a:p>
          <a:pPr rtl="0">
            <a:lnSpc>
              <a:spcPct val="100000"/>
            </a:lnSpc>
            <a:defRPr cap="all"/>
          </a:pPr>
          <a:r>
            <a:rPr lang="en-US" altLang="ko" dirty="0">
              <a:latin typeface="+mj-ea"/>
              <a:ea typeface="+mj-ea"/>
            </a:rPr>
            <a:t>Server: C#, </a:t>
          </a:r>
          <a:r>
            <a:rPr lang="en-US" altLang="ko" dirty="0" err="1">
              <a:latin typeface="+mj-ea"/>
              <a:ea typeface="+mj-ea"/>
            </a:rPr>
            <a:t>flatbuffer</a:t>
          </a:r>
          <a:endParaRPr lang="en-US" altLang="ko" dirty="0">
            <a:latin typeface="+mj-ea"/>
            <a:ea typeface="+mj-ea"/>
          </a:endParaRPr>
        </a:p>
        <a:p>
          <a:pPr rtl="0">
            <a:lnSpc>
              <a:spcPct val="100000"/>
            </a:lnSpc>
            <a:defRPr cap="all"/>
          </a:pPr>
          <a:r>
            <a:rPr lang="en-US" altLang="ko" dirty="0">
              <a:latin typeface="+mj-ea"/>
              <a:ea typeface="+mj-ea"/>
            </a:rPr>
            <a:t>Client: unity, </a:t>
          </a:r>
          <a:r>
            <a:rPr lang="en-US" altLang="ko" dirty="0" err="1">
              <a:latin typeface="+mj-ea"/>
              <a:ea typeface="+mj-ea"/>
            </a:rPr>
            <a:t>flatbuffer</a:t>
          </a:r>
          <a:endParaRPr lang="en-US" altLang="ko" dirty="0">
            <a:latin typeface="+mj-ea"/>
            <a:ea typeface="+mj-ea"/>
          </a:endParaRPr>
        </a:p>
      </dgm:t>
    </dgm:pt>
    <dgm:pt modelId="{A7920A2F-3244-4159-AF04-6A1D38B7B317}" type="parTrans" cxnId="{C4CCE57E-E871-46D6-BAD5-880252C95D22}">
      <dgm:prSet/>
      <dgm:spPr/>
      <dgm:t>
        <a:bodyPr rtlCol="0"/>
        <a:lstStyle/>
        <a:p>
          <a:pPr rtl="0"/>
          <a:endParaRPr lang="en-US"/>
        </a:p>
      </dgm:t>
    </dgm:pt>
    <dgm:pt modelId="{8500F72A-2C6D-4FDF-9C1D-CA691380EB0B}" type="sibTrans" cxnId="{C4CCE57E-E871-46D6-BAD5-880252C95D22}">
      <dgm:prSet/>
      <dgm:spPr/>
      <dgm:t>
        <a:bodyPr rtlCol="0"/>
        <a:lstStyle/>
        <a:p>
          <a:pPr rtl="0"/>
          <a:endParaRPr lang="en-US"/>
        </a:p>
      </dgm:t>
    </dgm:pt>
    <dgm:pt modelId="{50B3CE7C-E10B-4E23-BD93-03664997C932}" type="pres">
      <dgm:prSet presAssocID="{01A66772-F185-4D58-B8BB-E9370D7A7A2B}" presName="root" presStyleCnt="0">
        <dgm:presLayoutVars>
          <dgm:dir/>
          <dgm:resizeHandles val="exact"/>
        </dgm:presLayoutVars>
      </dgm:prSet>
      <dgm:spPr/>
    </dgm:pt>
    <dgm:pt modelId="{DE9CE479-E4AE-4283-AEF1-10C1535B4324}" type="pres">
      <dgm:prSet presAssocID="{40FC4FFE-8987-4A26-B7F4-8A516F18ADAE}" presName="compNode" presStyleCnt="0"/>
      <dgm:spPr/>
    </dgm:pt>
    <dgm:pt modelId="{B59FCF02-CAD2-4D6F-9542-AD86711168CA}" type="pres">
      <dgm:prSet presAssocID="{40FC4FFE-8987-4A26-B7F4-8A516F18ADAE}" presName="iconBgRect" presStyleLbl="bgShp" presStyleIdx="0" presStyleCnt="3"/>
      <dgm:spPr/>
    </dgm:pt>
    <dgm:pt modelId="{7C175B98-93F4-4D7C-BB95-1514AB879CD5}" type="pres">
      <dgm:prSet presAssocID="{40FC4FFE-8987-4A26-B7F4-8A516F18ADAE}" presName="iconRect" presStyleLbl="node1" presStyleIdx="0" presStyleCnt="3"/>
      <dgm:spPr>
        <a:solidFill>
          <a:schemeClr val="accent2"/>
        </a:solidFill>
        <a:ln>
          <a:noFill/>
        </a:ln>
      </dgm:spPr>
      <dgm:extLst>
        <a:ext uri="{E40237B7-FDA0-4F09-8148-C483321AD2D9}">
          <dgm14:cNvPr xmlns:dgm14="http://schemas.microsoft.com/office/drawing/2010/diagram" id="0" name="" descr="Bar graph with downward trend"/>
        </a:ext>
      </dgm:extLst>
    </dgm:pt>
    <dgm:pt modelId="{677A3090-5F01-43FD-9FA6-C0420AD80FD6}" type="pres">
      <dgm:prSet presAssocID="{40FC4FFE-8987-4A26-B7F4-8A516F18ADAE}" presName="spaceRect" presStyleCnt="0"/>
      <dgm:spPr/>
    </dgm:pt>
    <dgm:pt modelId="{127117FB-F8A7-4A20-A8A7-EC686DDC76D0}" type="pres">
      <dgm:prSet presAssocID="{40FC4FFE-8987-4A26-B7F4-8A516F18ADAE}" presName="textRect" presStyleLbl="revTx" presStyleIdx="0" presStyleCnt="3" custLinFactNeighborX="2683" custLinFactNeighborY="-23833">
        <dgm:presLayoutVars>
          <dgm:chMax val="1"/>
          <dgm:chPref val="1"/>
        </dgm:presLayoutVars>
      </dgm:prSet>
      <dgm:spPr/>
    </dgm:pt>
    <dgm:pt modelId="{FD1EED9C-83D3-41AD-A09B-D3B36354168F}" type="pres">
      <dgm:prSet presAssocID="{5B62599A-5C9B-48E7-896E-EA782AC60C8B}" presName="sibTrans" presStyleCnt="0"/>
      <dgm:spPr/>
    </dgm:pt>
    <dgm:pt modelId="{C998AB0A-577D-44AA-A068-F634DDE7BD47}" type="pres">
      <dgm:prSet presAssocID="{49225C73-1633-42F1-AB3B-7CB183E5F8B8}" presName="compNode" presStyleCnt="0"/>
      <dgm:spPr/>
    </dgm:pt>
    <dgm:pt modelId="{BCD8CDD9-0C56-4401-ADB1-8B48DAB2C96F}" type="pres">
      <dgm:prSet presAssocID="{49225C73-1633-42F1-AB3B-7CB183E5F8B8}" presName="iconBgRect" presStyleLbl="bgShp" presStyleIdx="1" presStyleCnt="3"/>
      <dgm:spPr/>
    </dgm:pt>
    <dgm:pt modelId="{DB4CA7C4-FCA1-4127-B20A-2A5C031A3CF4}" type="pres">
      <dgm:prSet presAssocID="{49225C73-1633-42F1-AB3B-7CB183E5F8B8}" presName="iconRect" presStyleLbl="node1" presStyleIdx="1" presStyleCnt="3"/>
      <dgm:spPr>
        <a:solidFill>
          <a:schemeClr val="accent3"/>
        </a:solid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on with bar chart"/>
        </a:ext>
      </dgm:extLst>
    </dgm:pt>
    <dgm:pt modelId="{9B0C8FBF-0BDD-48A5-967E-F3FE71659F6A}" type="pres">
      <dgm:prSet presAssocID="{49225C73-1633-42F1-AB3B-7CB183E5F8B8}" presName="spaceRect" presStyleCnt="0"/>
      <dgm:spPr/>
    </dgm:pt>
    <dgm:pt modelId="{7E6FE37A-5DB0-4899-9FCB-0CE39BC185F8}" type="pres">
      <dgm:prSet presAssocID="{49225C73-1633-42F1-AB3B-7CB183E5F8B8}" presName="textRect" presStyleLbl="revTx" presStyleIdx="1" presStyleCnt="3" custScaleX="125833" custLinFactX="36263" custLinFactNeighborX="100000" custLinFactNeighborY="-12744">
        <dgm:presLayoutVars>
          <dgm:chMax val="1"/>
          <dgm:chPref val="1"/>
        </dgm:presLayoutVars>
      </dgm:prSet>
      <dgm:spPr/>
    </dgm:pt>
    <dgm:pt modelId="{5A266296-0042-402F-92EF-D59AB148E92E}" type="pres">
      <dgm:prSet presAssocID="{9646853A-8964-4519-A5B1-0B7D18B2983D}" presName="sibTrans" presStyleCnt="0"/>
      <dgm:spPr/>
    </dgm:pt>
    <dgm:pt modelId="{ECFA770B-DE2C-4683-A038-58D0FE44BC27}" type="pres">
      <dgm:prSet presAssocID="{1C383F32-22E8-4F62-A3E0-BDC3D5F48992}" presName="compNode" presStyleCnt="0"/>
      <dgm:spPr/>
    </dgm:pt>
    <dgm:pt modelId="{FF93E135-77D6-48A0-8871-9BC93D705D06}" type="pres">
      <dgm:prSet presAssocID="{1C383F32-22E8-4F62-A3E0-BDC3D5F48992}" presName="iconBgRect" presStyleLbl="bgShp" presStyleIdx="2" presStyleCnt="3"/>
      <dgm:spPr>
        <a:solidFill>
          <a:schemeClr val="accent4"/>
        </a:solidFill>
      </dgm:spPr>
    </dgm:pt>
    <dgm:pt modelId="{39509775-983E-4110-B989-EE2CD6514BE0}" type="pres">
      <dgm:prSet presAssocID="{1C383F32-22E8-4F62-A3E0-BDC3D5F48992}" presName="iconRect" presStyleLbl="node1" presStyleIdx="2" presStyleCnt="3" custLinFactNeighborX="728" custLinFactNeighborY="12246"/>
      <dgm:spPr>
        <a:solidFill>
          <a:schemeClr val="accent4"/>
        </a:solidFill>
        <a:ln>
          <a:noFill/>
        </a:ln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493B43B2-705C-4AE5-8A77-D8DEEDA1B5CF}" type="pres">
      <dgm:prSet presAssocID="{1C383F32-22E8-4F62-A3E0-BDC3D5F48992}" presName="spaceRect" presStyleCnt="0"/>
      <dgm:spPr/>
    </dgm:pt>
    <dgm:pt modelId="{1AEDC777-00B3-41D7-9AE1-23D741E941C3}" type="pres">
      <dgm:prSet presAssocID="{1C383F32-22E8-4F62-A3E0-BDC3D5F48992}" presName="textRect" presStyleLbl="revTx" presStyleIdx="2" presStyleCnt="3" custLinFactX="-25399" custLinFactNeighborX="-100000" custLinFactNeighborY="-29805">
        <dgm:presLayoutVars>
          <dgm:chMax val="1"/>
          <dgm:chPref val="1"/>
        </dgm:presLayoutVars>
      </dgm:prSet>
      <dgm:spPr/>
    </dgm:pt>
  </dgm:ptLst>
  <dgm:cxnLst>
    <dgm:cxn modelId="{A9154303-8225-4248-91DC-1B0156A35F07}" srcId="{01A66772-F185-4D58-B8BB-E9370D7A7A2B}" destId="{49225C73-1633-42F1-AB3B-7CB183E5F8B8}" srcOrd="1" destOrd="0" parTransId="{1A0E2090-1D4F-438A-8766-B6030CE01ADD}" sibTransId="{9646853A-8964-4519-A5B1-0B7D18B2983D}"/>
    <dgm:cxn modelId="{7A710F69-5154-4855-ACF5-BC7C1BF85A80}" type="presOf" srcId="{49225C73-1633-42F1-AB3B-7CB183E5F8B8}" destId="{7E6FE37A-5DB0-4899-9FCB-0CE39BC185F8}" srcOrd="0" destOrd="0" presId="urn:microsoft.com/office/officeart/2018/5/layout/IconCircleLabelList"/>
    <dgm:cxn modelId="{C7AD8469-3C68-4AF9-AB82-79B0043AA120}" srcId="{01A66772-F185-4D58-B8BB-E9370D7A7A2B}" destId="{40FC4FFE-8987-4A26-B7F4-8A516F18ADAE}" srcOrd="0" destOrd="0" parTransId="{CAD7EF86-FB23-41F6-BF42-040B36DEFDB1}" sibTransId="{5B62599A-5C9B-48E7-896E-EA782AC60C8B}"/>
    <dgm:cxn modelId="{676D3A6A-6EA7-4483-BB12-0BD4A7D7AF9D}" type="presOf" srcId="{01A66772-F185-4D58-B8BB-E9370D7A7A2B}" destId="{50B3CE7C-E10B-4E23-BD93-03664997C932}" srcOrd="0" destOrd="0" presId="urn:microsoft.com/office/officeart/2018/5/layout/IconCircleLabelList"/>
    <dgm:cxn modelId="{1496FC70-DB8B-48D4-98DE-DD2856E389EE}" type="presOf" srcId="{1C383F32-22E8-4F62-A3E0-BDC3D5F48992}" destId="{1AEDC777-00B3-41D7-9AE1-23D741E941C3}" srcOrd="0" destOrd="0" presId="urn:microsoft.com/office/officeart/2018/5/layout/IconCircleLabelList"/>
    <dgm:cxn modelId="{C4CCE57E-E871-46D6-BAD5-880252C95D22}" srcId="{01A66772-F185-4D58-B8BB-E9370D7A7A2B}" destId="{1C383F32-22E8-4F62-A3E0-BDC3D5F48992}" srcOrd="2" destOrd="0" parTransId="{A7920A2F-3244-4159-AF04-6A1D38B7B317}" sibTransId="{8500F72A-2C6D-4FDF-9C1D-CA691380EB0B}"/>
    <dgm:cxn modelId="{355227E3-55E0-4343-BC8D-FC0EB1694F48}" type="presOf" srcId="{40FC4FFE-8987-4A26-B7F4-8A516F18ADAE}" destId="{127117FB-F8A7-4A20-A8A7-EC686DDC76D0}" srcOrd="0" destOrd="0" presId="urn:microsoft.com/office/officeart/2018/5/layout/IconCircleLabelList"/>
    <dgm:cxn modelId="{555498CB-3ED1-404E-A25F-EB243EFC5FB1}" type="presParOf" srcId="{50B3CE7C-E10B-4E23-BD93-03664997C932}" destId="{DE9CE479-E4AE-4283-AEF1-10C1535B4324}" srcOrd="0" destOrd="0" presId="urn:microsoft.com/office/officeart/2018/5/layout/IconCircleLabelList"/>
    <dgm:cxn modelId="{11F12D49-CD08-4D50-BD13-3ECBC3A476A4}" type="presParOf" srcId="{DE9CE479-E4AE-4283-AEF1-10C1535B4324}" destId="{B59FCF02-CAD2-4D6F-9542-AD86711168CA}" srcOrd="0" destOrd="0" presId="urn:microsoft.com/office/officeart/2018/5/layout/IconCircleLabelList"/>
    <dgm:cxn modelId="{F443A659-540B-487B-97F9-49219CF60D6B}" type="presParOf" srcId="{DE9CE479-E4AE-4283-AEF1-10C1535B4324}" destId="{7C175B98-93F4-4D7C-BB95-1514AB879CD5}" srcOrd="1" destOrd="0" presId="urn:microsoft.com/office/officeart/2018/5/layout/IconCircleLabelList"/>
    <dgm:cxn modelId="{A503D7AB-7D64-4163-93B5-1CEEDAE81823}" type="presParOf" srcId="{DE9CE479-E4AE-4283-AEF1-10C1535B4324}" destId="{677A3090-5F01-43FD-9FA6-C0420AD80FD6}" srcOrd="2" destOrd="0" presId="urn:microsoft.com/office/officeart/2018/5/layout/IconCircleLabelList"/>
    <dgm:cxn modelId="{780188ED-7DCE-45BB-B6AF-91BE48969612}" type="presParOf" srcId="{DE9CE479-E4AE-4283-AEF1-10C1535B4324}" destId="{127117FB-F8A7-4A20-A8A7-EC686DDC76D0}" srcOrd="3" destOrd="0" presId="urn:microsoft.com/office/officeart/2018/5/layout/IconCircleLabelList"/>
    <dgm:cxn modelId="{155719F8-A89B-4E96-BC49-C48BC717F480}" type="presParOf" srcId="{50B3CE7C-E10B-4E23-BD93-03664997C932}" destId="{FD1EED9C-83D3-41AD-A09B-D3B36354168F}" srcOrd="1" destOrd="0" presId="urn:microsoft.com/office/officeart/2018/5/layout/IconCircleLabelList"/>
    <dgm:cxn modelId="{2772E199-56B0-4310-A55E-67D00CA3E59E}" type="presParOf" srcId="{50B3CE7C-E10B-4E23-BD93-03664997C932}" destId="{C998AB0A-577D-44AA-A068-F634DDE7BD47}" srcOrd="2" destOrd="0" presId="urn:microsoft.com/office/officeart/2018/5/layout/IconCircleLabelList"/>
    <dgm:cxn modelId="{4E351D18-D97F-4B92-A608-2E9600B91C28}" type="presParOf" srcId="{C998AB0A-577D-44AA-A068-F634DDE7BD47}" destId="{BCD8CDD9-0C56-4401-ADB1-8B48DAB2C96F}" srcOrd="0" destOrd="0" presId="urn:microsoft.com/office/officeart/2018/5/layout/IconCircleLabelList"/>
    <dgm:cxn modelId="{B3DC724C-4569-4E9D-BD5A-49E4CD991FD0}" type="presParOf" srcId="{C998AB0A-577D-44AA-A068-F634DDE7BD47}" destId="{DB4CA7C4-FCA1-4127-B20A-2A5C031A3CF4}" srcOrd="1" destOrd="0" presId="urn:microsoft.com/office/officeart/2018/5/layout/IconCircleLabelList"/>
    <dgm:cxn modelId="{AD1AB552-CCE0-4911-BB9E-5D4A60B21F4F}" type="presParOf" srcId="{C998AB0A-577D-44AA-A068-F634DDE7BD47}" destId="{9B0C8FBF-0BDD-48A5-967E-F3FE71659F6A}" srcOrd="2" destOrd="0" presId="urn:microsoft.com/office/officeart/2018/5/layout/IconCircleLabelList"/>
    <dgm:cxn modelId="{8558F796-2D01-40FE-A21A-7530EEBC3BC3}" type="presParOf" srcId="{C998AB0A-577D-44AA-A068-F634DDE7BD47}" destId="{7E6FE37A-5DB0-4899-9FCB-0CE39BC185F8}" srcOrd="3" destOrd="0" presId="urn:microsoft.com/office/officeart/2018/5/layout/IconCircleLabelList"/>
    <dgm:cxn modelId="{1532E2BE-82E9-40A4-A6F7-40B60FC879AE}" type="presParOf" srcId="{50B3CE7C-E10B-4E23-BD93-03664997C932}" destId="{5A266296-0042-402F-92EF-D59AB148E92E}" srcOrd="3" destOrd="0" presId="urn:microsoft.com/office/officeart/2018/5/layout/IconCircleLabelList"/>
    <dgm:cxn modelId="{3A7F4DB9-1469-4F58-B633-24B7EEE084D1}" type="presParOf" srcId="{50B3CE7C-E10B-4E23-BD93-03664997C932}" destId="{ECFA770B-DE2C-4683-A038-58D0FE44BC27}" srcOrd="4" destOrd="0" presId="urn:microsoft.com/office/officeart/2018/5/layout/IconCircleLabelList"/>
    <dgm:cxn modelId="{91311827-CDAC-4BA8-B4A3-117AFD1CEE2D}" type="presParOf" srcId="{ECFA770B-DE2C-4683-A038-58D0FE44BC27}" destId="{FF93E135-77D6-48A0-8871-9BC93D705D06}" srcOrd="0" destOrd="0" presId="urn:microsoft.com/office/officeart/2018/5/layout/IconCircleLabelList"/>
    <dgm:cxn modelId="{83B7CA40-11B7-4507-8422-A40F02D469B2}" type="presParOf" srcId="{ECFA770B-DE2C-4683-A038-58D0FE44BC27}" destId="{39509775-983E-4110-B989-EE2CD6514BE0}" srcOrd="1" destOrd="0" presId="urn:microsoft.com/office/officeart/2018/5/layout/IconCircleLabelList"/>
    <dgm:cxn modelId="{A44BB251-01EB-4DEF-A28C-6D495183E4DC}" type="presParOf" srcId="{ECFA770B-DE2C-4683-A038-58D0FE44BC27}" destId="{493B43B2-705C-4AE5-8A77-D8DEEDA1B5CF}" srcOrd="2" destOrd="0" presId="urn:microsoft.com/office/officeart/2018/5/layout/IconCircleLabelList"/>
    <dgm:cxn modelId="{1EFA52DF-3C80-4DAA-BED6-AFE2F81796B2}" type="presParOf" srcId="{ECFA770B-DE2C-4683-A038-58D0FE44BC27}" destId="{1AEDC777-00B3-41D7-9AE1-23D741E941C3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9FCF02-CAD2-4D6F-9542-AD86711168CA}">
      <dsp:nvSpPr>
        <dsp:cNvPr id="0" name=""/>
        <dsp:cNvSpPr/>
      </dsp:nvSpPr>
      <dsp:spPr>
        <a:xfrm>
          <a:off x="1071749" y="17806"/>
          <a:ext cx="1612687" cy="1612687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C175B98-93F4-4D7C-BB95-1514AB879CD5}">
      <dsp:nvSpPr>
        <dsp:cNvPr id="0" name=""/>
        <dsp:cNvSpPr/>
      </dsp:nvSpPr>
      <dsp:spPr>
        <a:xfrm>
          <a:off x="1415436" y="361493"/>
          <a:ext cx="925312" cy="925312"/>
        </a:xfrm>
        <a:prstGeom prst="rect">
          <a:avLst/>
        </a:prstGeom>
        <a:solidFill>
          <a:schemeClr val="accent2"/>
        </a:solid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7117FB-F8A7-4A20-A8A7-EC686DDC76D0}">
      <dsp:nvSpPr>
        <dsp:cNvPr id="0" name=""/>
        <dsp:cNvSpPr/>
      </dsp:nvSpPr>
      <dsp:spPr>
        <a:xfrm>
          <a:off x="627149" y="1757436"/>
          <a:ext cx="2643750" cy="157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rtlCol="0" anchor="t" anchorCtr="0">
          <a:noAutofit/>
        </a:bodyPr>
        <a:lstStyle/>
        <a:p>
          <a:pPr marL="0" lvl="0" indent="0" algn="ctr" defTabSz="4889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altLang="ko" sz="1100" kern="1200" dirty="0">
              <a:latin typeface="+mj-ea"/>
              <a:ea typeface="+mj-ea"/>
            </a:rPr>
            <a:t>1. </a:t>
          </a:r>
          <a:r>
            <a:rPr lang="en-US" altLang="ko" sz="1100" kern="1200" dirty="0" err="1">
              <a:latin typeface="+mj-ea"/>
              <a:ea typeface="+mj-ea"/>
            </a:rPr>
            <a:t>Os</a:t>
          </a:r>
          <a:r>
            <a:rPr lang="en-US" altLang="ko" sz="1100" kern="1200" dirty="0">
              <a:latin typeface="+mj-ea"/>
              <a:ea typeface="+mj-ea"/>
            </a:rPr>
            <a:t>: WINDOWS 11</a:t>
          </a:r>
        </a:p>
        <a:p>
          <a:pPr marL="0" lvl="0" indent="0" algn="ctr" defTabSz="4889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altLang="ko" sz="1100" kern="1200" dirty="0">
              <a:latin typeface="+mj-ea"/>
              <a:ea typeface="+mj-ea"/>
            </a:rPr>
            <a:t>2. Tool: VS2022, Rider</a:t>
          </a:r>
        </a:p>
        <a:p>
          <a:pPr marL="0" lvl="0" indent="0" algn="ctr" defTabSz="4889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altLang="ko" sz="1100" kern="1200" dirty="0">
              <a:latin typeface="+mj-ea"/>
              <a:ea typeface="+mj-ea"/>
            </a:rPr>
            <a:t>3. CPU: </a:t>
          </a:r>
          <a:r>
            <a:rPr lang="it-IT" altLang="ko" sz="1100" kern="1200" dirty="0">
              <a:latin typeface="+mj-ea"/>
              <a:ea typeface="+mj-ea"/>
            </a:rPr>
            <a:t>AMD Ryzen 9 7900</a:t>
          </a:r>
        </a:p>
        <a:p>
          <a:pPr marL="0" lvl="0" indent="0" algn="ctr" defTabSz="4889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altLang="ko" sz="1100" kern="1200" dirty="0">
              <a:latin typeface="+mj-ea"/>
              <a:ea typeface="+mj-ea"/>
            </a:rPr>
            <a:t>4. Ram: 32gb</a:t>
          </a:r>
          <a:endParaRPr lang="en-US" altLang="ko" sz="1100" kern="1200" dirty="0">
            <a:latin typeface="+mj-ea"/>
            <a:ea typeface="+mj-ea"/>
          </a:endParaRPr>
        </a:p>
        <a:p>
          <a:pPr marL="0" lvl="0" indent="0" algn="ctr" defTabSz="4889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endParaRPr lang="ko" sz="1100" kern="1200" dirty="0">
            <a:latin typeface="+mj-ea"/>
            <a:ea typeface="+mj-ea"/>
          </a:endParaRPr>
        </a:p>
      </dsp:txBody>
      <dsp:txXfrm>
        <a:off x="627149" y="1757436"/>
        <a:ext cx="2643750" cy="1575000"/>
      </dsp:txXfrm>
    </dsp:sp>
    <dsp:sp modelId="{BCD8CDD9-0C56-4401-ADB1-8B48DAB2C96F}">
      <dsp:nvSpPr>
        <dsp:cNvPr id="0" name=""/>
        <dsp:cNvSpPr/>
      </dsp:nvSpPr>
      <dsp:spPr>
        <a:xfrm>
          <a:off x="4519635" y="17806"/>
          <a:ext cx="1612687" cy="1612687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B4CA7C4-FCA1-4127-B20A-2A5C031A3CF4}">
      <dsp:nvSpPr>
        <dsp:cNvPr id="0" name=""/>
        <dsp:cNvSpPr/>
      </dsp:nvSpPr>
      <dsp:spPr>
        <a:xfrm>
          <a:off x="4863322" y="361493"/>
          <a:ext cx="925312" cy="925312"/>
        </a:xfrm>
        <a:prstGeom prst="rect">
          <a:avLst/>
        </a:prstGeom>
        <a:solidFill>
          <a:schemeClr val="accent3"/>
        </a:solid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6FE37A-5DB0-4899-9FCB-0CE39BC185F8}">
      <dsp:nvSpPr>
        <dsp:cNvPr id="0" name=""/>
        <dsp:cNvSpPr/>
      </dsp:nvSpPr>
      <dsp:spPr>
        <a:xfrm>
          <a:off x="7265077" y="1932088"/>
          <a:ext cx="3326709" cy="157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rtlCol="0" anchor="t" anchorCtr="0">
          <a:noAutofit/>
        </a:bodyPr>
        <a:lstStyle/>
        <a:p>
          <a:pPr marL="0" lvl="0" indent="0" algn="ctr" defTabSz="4889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ko-KR" altLang="en-US" sz="1100" kern="1200" dirty="0" err="1">
              <a:latin typeface="+mj-ea"/>
              <a:ea typeface="+mj-ea"/>
            </a:rPr>
            <a:t>깃허브</a:t>
          </a:r>
          <a:r>
            <a:rPr lang="en-US" altLang="ko-KR" sz="1100" kern="1200" dirty="0">
              <a:latin typeface="+mj-ea"/>
              <a:ea typeface="+mj-ea"/>
            </a:rPr>
            <a:t>: </a:t>
          </a:r>
          <a:r>
            <a:rPr lang="en-US" altLang="ko-KR" sz="1100" kern="1200" dirty="0">
              <a:latin typeface="+mj-ea"/>
              <a:ea typeface="+mj-ea"/>
              <a:hlinkClick xmlns:r="http://schemas.openxmlformats.org/officeDocument/2006/relationships" r:id="rId1"/>
            </a:rPr>
            <a:t>https://github.com/ckdgkwkd27/LCH_RTS</a:t>
          </a:r>
          <a:endParaRPr lang="en-US" altLang="ko-KR" sz="1100" kern="1200" dirty="0">
            <a:latin typeface="+mj-ea"/>
            <a:ea typeface="+mj-ea"/>
          </a:endParaRPr>
        </a:p>
        <a:p>
          <a:pPr marL="0" lvl="0" indent="0" algn="ctr" defTabSz="4889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endParaRPr lang="en-US" altLang="ko-KR" sz="1100" kern="1200" dirty="0">
            <a:latin typeface="+mj-ea"/>
            <a:ea typeface="+mj-ea"/>
          </a:endParaRPr>
        </a:p>
      </dsp:txBody>
      <dsp:txXfrm>
        <a:off x="7265077" y="1932088"/>
        <a:ext cx="3326709" cy="1575000"/>
      </dsp:txXfrm>
    </dsp:sp>
    <dsp:sp modelId="{FF93E135-77D6-48A0-8871-9BC93D705D06}">
      <dsp:nvSpPr>
        <dsp:cNvPr id="0" name=""/>
        <dsp:cNvSpPr/>
      </dsp:nvSpPr>
      <dsp:spPr>
        <a:xfrm>
          <a:off x="7967521" y="17806"/>
          <a:ext cx="1612687" cy="1612687"/>
        </a:xfrm>
        <a:prstGeom prst="ellipse">
          <a:avLst/>
        </a:prstGeom>
        <a:solidFill>
          <a:schemeClr val="accent4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509775-983E-4110-B989-EE2CD6514BE0}">
      <dsp:nvSpPr>
        <dsp:cNvPr id="0" name=""/>
        <dsp:cNvSpPr/>
      </dsp:nvSpPr>
      <dsp:spPr>
        <a:xfrm>
          <a:off x="8317945" y="474807"/>
          <a:ext cx="925312" cy="925312"/>
        </a:xfrm>
        <a:prstGeom prst="rect">
          <a:avLst/>
        </a:prstGeom>
        <a:solidFill>
          <a:schemeClr val="accent4"/>
        </a:solid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EDC777-00B3-41D7-9AE1-23D741E941C3}">
      <dsp:nvSpPr>
        <dsp:cNvPr id="0" name=""/>
        <dsp:cNvSpPr/>
      </dsp:nvSpPr>
      <dsp:spPr>
        <a:xfrm>
          <a:off x="4136754" y="1663377"/>
          <a:ext cx="2643750" cy="157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rtlCol="0" anchor="t" anchorCtr="0">
          <a:noAutofit/>
        </a:bodyPr>
        <a:lstStyle/>
        <a:p>
          <a:pPr marL="0" lvl="0" indent="0" algn="ctr" defTabSz="4889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endParaRPr lang="en-US" altLang="ko" sz="1100" kern="1200" dirty="0">
            <a:latin typeface="+mj-ea"/>
            <a:ea typeface="+mj-ea"/>
          </a:endParaRPr>
        </a:p>
        <a:p>
          <a:pPr marL="0" lvl="0" indent="0" algn="ctr" defTabSz="4889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altLang="ko" sz="1100" kern="1200" dirty="0">
              <a:latin typeface="+mj-ea"/>
              <a:ea typeface="+mj-ea"/>
            </a:rPr>
            <a:t>Server: C#, </a:t>
          </a:r>
          <a:r>
            <a:rPr lang="en-US" altLang="ko" sz="1100" kern="1200" dirty="0" err="1">
              <a:latin typeface="+mj-ea"/>
              <a:ea typeface="+mj-ea"/>
            </a:rPr>
            <a:t>flatbuffer</a:t>
          </a:r>
          <a:endParaRPr lang="en-US" altLang="ko" sz="1100" kern="1200" dirty="0">
            <a:latin typeface="+mj-ea"/>
            <a:ea typeface="+mj-ea"/>
          </a:endParaRPr>
        </a:p>
        <a:p>
          <a:pPr marL="0" lvl="0" indent="0" algn="ctr" defTabSz="4889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altLang="ko" sz="1100" kern="1200" dirty="0">
              <a:latin typeface="+mj-ea"/>
              <a:ea typeface="+mj-ea"/>
            </a:rPr>
            <a:t>Client: unity, </a:t>
          </a:r>
          <a:r>
            <a:rPr lang="en-US" altLang="ko" sz="1100" kern="1200" dirty="0" err="1">
              <a:latin typeface="+mj-ea"/>
              <a:ea typeface="+mj-ea"/>
            </a:rPr>
            <a:t>flatbuffer</a:t>
          </a:r>
          <a:endParaRPr lang="en-US" altLang="ko" sz="1100" kern="1200" dirty="0">
            <a:latin typeface="+mj-ea"/>
            <a:ea typeface="+mj-ea"/>
          </a:endParaRPr>
        </a:p>
      </dsp:txBody>
      <dsp:txXfrm>
        <a:off x="4136754" y="1663377"/>
        <a:ext cx="2643750" cy="1575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8F839092-15F8-4C72-A6BC-E11C1D12CDAA}" type="datetime1">
              <a:rPr lang="ko-KR" altLang="en-US" smtClean="0"/>
              <a:t>2025-09-03</a:t>
            </a:fld>
            <a:endParaRPr 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7ACF5E7-ACB0-497B-A8C6-F2E617B463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533960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B834EDFF-C18C-466F-B693-08283F9FE7CF}" type="datetime1">
              <a:rPr lang="ko-KR" altLang="en-US" smtClean="0"/>
              <a:t>2025-09-03</a:t>
            </a:fld>
            <a:endParaRPr 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"/>
              <a:t>마스터 텍스트 스타일을 편집하려면 클릭하세요.</a:t>
            </a:r>
            <a:endParaRPr lang="en-US"/>
          </a:p>
          <a:p>
            <a:pPr lvl="1" rtl="0"/>
            <a:r>
              <a:rPr lang="ko"/>
              <a:t>둘째 수준</a:t>
            </a:r>
          </a:p>
          <a:p>
            <a:pPr lvl="2" rtl="0"/>
            <a:r>
              <a:rPr lang="ko"/>
              <a:t>셋째 수준</a:t>
            </a:r>
          </a:p>
          <a:p>
            <a:pPr lvl="3" rtl="0"/>
            <a:r>
              <a:rPr lang="ko"/>
              <a:t>넷째 수준</a:t>
            </a:r>
          </a:p>
          <a:p>
            <a:pPr lvl="4" rtl="0"/>
            <a:r>
              <a:rPr lang="ko"/>
              <a:t>다섯째 수준</a:t>
            </a:r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7A705E3-E620-489D-9973-6221209A4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581830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04DB13E-F722-4ED6-BB00-556651E9528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>
              <a:latin typeface="+mj-ea"/>
              <a:ea typeface="+mj-ea"/>
            </a:endParaRPr>
          </a:p>
        </p:txBody>
      </p:sp>
      <p:sp useBgFill="1">
        <p:nvSpPr>
          <p:cNvPr id="10" name="직사각형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11" name="직사각형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15" name="직사각형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26428D7-C6F3-473D-A360-A3F5C3E8728C}"/>
              </a:ext>
            </a:extLst>
          </p:cNvPr>
          <p:cNvGrpSpPr/>
          <p:nvPr/>
        </p:nvGrpSpPr>
        <p:grpSpPr>
          <a:xfrm>
            <a:off x="5250180" y="1267730"/>
            <a:ext cx="1691640" cy="615934"/>
            <a:chOff x="5250180" y="1267730"/>
            <a:chExt cx="1691640" cy="615934"/>
          </a:xfrm>
        </p:grpSpPr>
        <p:cxnSp>
          <p:nvCxnSpPr>
            <p:cNvPr id="17" name="직선 연결선(S) 16"/>
            <p:cNvCxnSpPr/>
            <p:nvPr/>
          </p:nvCxnSpPr>
          <p:spPr>
            <a:xfrm>
              <a:off x="525018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직선 연결선 17"/>
            <p:cNvCxnSpPr/>
            <p:nvPr/>
          </p:nvCxnSpPr>
          <p:spPr>
            <a:xfrm>
              <a:off x="694182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연결선 18"/>
            <p:cNvCxnSpPr/>
            <p:nvPr/>
          </p:nvCxnSpPr>
          <p:spPr>
            <a:xfrm>
              <a:off x="5250180" y="1883664"/>
              <a:ext cx="1691640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/>
          <p:cNvSpPr>
            <a:spLocks noGrp="1"/>
          </p:cNvSpPr>
          <p:nvPr>
            <p:ph type="ctrTitle" hasCustomPrompt="1"/>
          </p:nvPr>
        </p:nvSpPr>
        <p:spPr>
          <a:xfrm>
            <a:off x="1629103" y="2244830"/>
            <a:ext cx="8933796" cy="2437232"/>
          </a:xfrm>
        </p:spPr>
        <p:txBody>
          <a:bodyPr tIns="45720" bIns="45720" rtlCol="0" anchor="ctr">
            <a:normAutofit/>
          </a:bodyPr>
          <a:lstStyle>
            <a:lvl1pPr algn="ctr">
              <a:lnSpc>
                <a:spcPct val="83000"/>
              </a:lnSpc>
              <a:defRPr lang="en-US" sz="68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ea"/>
                <a:ea typeface="+mj-ea"/>
                <a:cs typeface="+mn-cs"/>
              </a:defRPr>
            </a:lvl1pPr>
          </a:lstStyle>
          <a:p>
            <a:pPr rtl="0"/>
            <a:r>
              <a:rPr lang="ko" dirty="0"/>
              <a:t>마스터 제목 스타일</a:t>
            </a:r>
            <a:br>
              <a:rPr lang="en-US" altLang="ko" dirty="0"/>
            </a:br>
            <a:r>
              <a:rPr lang="ko" dirty="0"/>
              <a:t>편집</a:t>
            </a:r>
            <a:endParaRPr 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629101" y="4682062"/>
            <a:ext cx="8936846" cy="457201"/>
          </a:xfrm>
        </p:spPr>
        <p:txBody>
          <a:bodyPr rtlCol="0">
            <a:normAutofit/>
          </a:bodyPr>
          <a:lstStyle>
            <a:lvl1pPr marL="0" indent="0" algn="ctr">
              <a:spcBef>
                <a:spcPts val="0"/>
              </a:spcBef>
              <a:buNone/>
              <a:defRPr sz="1800" spc="80" baseline="0">
                <a:solidFill>
                  <a:schemeClr val="tx1">
                    <a:lumMod val="95000"/>
                    <a:lumOff val="5000"/>
                  </a:schemeClr>
                </a:solidFill>
                <a:latin typeface="+mj-ea"/>
                <a:ea typeface="+mj-ea"/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20" name="날짜 개체 틀 19"/>
          <p:cNvSpPr>
            <a:spLocks noGrp="1"/>
          </p:cNvSpPr>
          <p:nvPr>
            <p:ph type="dt" sz="half" idx="10"/>
          </p:nvPr>
        </p:nvSpPr>
        <p:spPr>
          <a:xfrm>
            <a:off x="5318760" y="1341256"/>
            <a:ext cx="1554480" cy="485546"/>
          </a:xfrm>
        </p:spPr>
        <p:txBody>
          <a:bodyPr rtlCol="0"/>
          <a:lstStyle>
            <a:lvl1pPr algn="ctr">
              <a:defRPr sz="1300" spc="0" baseline="0">
                <a:solidFill>
                  <a:srgbClr val="FFFFFF"/>
                </a:solidFill>
                <a:latin typeface="+mj-ea"/>
                <a:ea typeface="+mj-ea"/>
              </a:defRPr>
            </a:lvl1pPr>
          </a:lstStyle>
          <a:p>
            <a:fld id="{0421086B-92A0-4D22-94D7-207C8E029793}" type="datetime1">
              <a:rPr lang="ko-KR" altLang="en-US" smtClean="0"/>
              <a:t>2025-09-03</a:t>
            </a:fld>
            <a:endParaRPr lang="en-US" dirty="0"/>
          </a:p>
        </p:txBody>
      </p:sp>
      <p:sp>
        <p:nvSpPr>
          <p:cNvPr id="21" name="바닥글 개체 틀 20"/>
          <p:cNvSpPr>
            <a:spLocks noGrp="1"/>
          </p:cNvSpPr>
          <p:nvPr>
            <p:ph type="ftr" sz="quarter" idx="11"/>
          </p:nvPr>
        </p:nvSpPr>
        <p:spPr>
          <a:xfrm>
            <a:off x="1629100" y="5177408"/>
            <a:ext cx="5730295" cy="228600"/>
          </a:xfrm>
        </p:spPr>
        <p:txBody>
          <a:bodyPr rtlCol="0"/>
          <a:lstStyle>
            <a:lvl1pPr algn="l"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defRPr>
            </a:lvl1pPr>
          </a:lstStyle>
          <a:p>
            <a:endParaRPr lang="en-US" dirty="0"/>
          </a:p>
        </p:txBody>
      </p:sp>
      <p:sp>
        <p:nvSpPr>
          <p:cNvPr id="22" name="슬라이드 번호 개체 틀 21"/>
          <p:cNvSpPr>
            <a:spLocks noGrp="1"/>
          </p:cNvSpPr>
          <p:nvPr>
            <p:ph type="sldNum" sz="quarter" idx="12"/>
          </p:nvPr>
        </p:nvSpPr>
        <p:spPr>
          <a:xfrm>
            <a:off x="8606920" y="5177408"/>
            <a:ext cx="1955980" cy="228600"/>
          </a:xfrm>
        </p:spPr>
        <p:txBody>
          <a:bodyPr rtlCol="0"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7770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  <a:lvl2pPr>
              <a:defRPr>
                <a:latin typeface="+mj-ea"/>
                <a:ea typeface="+mj-ea"/>
              </a:defRPr>
            </a:lvl2pPr>
            <a:lvl3pPr>
              <a:defRPr>
                <a:latin typeface="+mj-ea"/>
                <a:ea typeface="+mj-ea"/>
              </a:defRPr>
            </a:lvl3pPr>
            <a:lvl4pPr>
              <a:defRPr>
                <a:latin typeface="+mj-ea"/>
                <a:ea typeface="+mj-ea"/>
              </a:defRPr>
            </a:lvl4pPr>
            <a:lvl5pPr>
              <a:defRPr>
                <a:latin typeface="+mj-ea"/>
                <a:ea typeface="+mj-ea"/>
              </a:defRPr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2EABA43C-120F-4415-98B3-372D2FECC855}" type="datetime1">
              <a:rPr lang="ko-KR" altLang="en-US" smtClean="0"/>
              <a:t>2025-09-03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08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>
            <a:extLst>
              <a:ext uri="{FF2B5EF4-FFF2-40B4-BE49-F238E27FC236}">
                <a16:creationId xmlns:a16="http://schemas.microsoft.com/office/drawing/2014/main" id="{0A4A1889-E37C-4EC3-9E41-9DAD221CF38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>
              <a:latin typeface="+mj-ea"/>
              <a:ea typeface="+mj-ea"/>
            </a:endParaRPr>
          </a:p>
        </p:txBody>
      </p:sp>
      <p:sp useBgFill="1">
        <p:nvSpPr>
          <p:cNvPr id="23" name="직사각형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직사각형 23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직사각형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629156" y="2275165"/>
            <a:ext cx="8933688" cy="2406895"/>
          </a:xfrm>
        </p:spPr>
        <p:txBody>
          <a:bodyPr rtlCol="0" anchor="ctr">
            <a:normAutofit/>
          </a:bodyPr>
          <a:lstStyle>
            <a:lvl1pPr algn="ctr">
              <a:lnSpc>
                <a:spcPct val="83000"/>
              </a:lnSpc>
              <a:defRPr lang="en-US" sz="68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ea"/>
                <a:ea typeface="+mj-ea"/>
                <a:cs typeface="+mn-cs"/>
              </a:defRPr>
            </a:lvl1pPr>
          </a:lstStyle>
          <a:p>
            <a:pPr rtl="0"/>
            <a:r>
              <a:rPr lang="ko" dirty="0"/>
              <a:t>마스터 제목 스타일</a:t>
            </a:r>
            <a:br>
              <a:rPr lang="en-US" altLang="ko" dirty="0"/>
            </a:br>
            <a:r>
              <a:rPr lang="ko" dirty="0"/>
              <a:t>편집</a:t>
            </a:r>
            <a:endParaRPr lang="en-US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1683EB04-C23E-490C-A1A6-030CF79D23C8}"/>
              </a:ext>
            </a:extLst>
          </p:cNvPr>
          <p:cNvGrpSpPr/>
          <p:nvPr/>
        </p:nvGrpSpPr>
        <p:grpSpPr>
          <a:xfrm>
            <a:off x="5250180" y="1267730"/>
            <a:ext cx="1691640" cy="615934"/>
            <a:chOff x="5250180" y="1267730"/>
            <a:chExt cx="1691640" cy="615934"/>
          </a:xfrm>
        </p:grpSpPr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F8A84C03-E1CA-4A4E-81D6-9BB0C335B7A0}"/>
                </a:ext>
              </a:extLst>
            </p:cNvPr>
            <p:cNvCxnSpPr/>
            <p:nvPr/>
          </p:nvCxnSpPr>
          <p:spPr>
            <a:xfrm>
              <a:off x="525018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직선 연결선 17">
              <a:extLst>
                <a:ext uri="{FF2B5EF4-FFF2-40B4-BE49-F238E27FC236}">
                  <a16:creationId xmlns:a16="http://schemas.microsoft.com/office/drawing/2014/main" id="{4A26FB5A-D5D1-4DAB-AC43-7F51A7F2D197}"/>
                </a:ext>
              </a:extLst>
            </p:cNvPr>
            <p:cNvCxnSpPr/>
            <p:nvPr/>
          </p:nvCxnSpPr>
          <p:spPr>
            <a:xfrm>
              <a:off x="694182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연결선(S) 18">
              <a:extLst>
                <a:ext uri="{FF2B5EF4-FFF2-40B4-BE49-F238E27FC236}">
                  <a16:creationId xmlns:a16="http://schemas.microsoft.com/office/drawing/2014/main" id="{49303F14-E560-4C02-94F4-B4695FE26813}"/>
                </a:ext>
              </a:extLst>
            </p:cNvPr>
            <p:cNvCxnSpPr/>
            <p:nvPr/>
          </p:nvCxnSpPr>
          <p:spPr>
            <a:xfrm>
              <a:off x="5250180" y="1883664"/>
              <a:ext cx="1691640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629156" y="4682062"/>
            <a:ext cx="8939784" cy="457200"/>
          </a:xfrm>
        </p:spPr>
        <p:txBody>
          <a:bodyPr rtlCol="0" anchor="t">
            <a:normAutofit/>
          </a:bodyPr>
          <a:lstStyle>
            <a:lvl1pPr marL="0" indent="0" algn="ctr">
              <a:buNone/>
              <a:tabLst>
                <a:tab pos="2633663" algn="l"/>
              </a:tabLst>
              <a:defRPr sz="180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+mj-ea"/>
                <a:ea typeface="+mj-ea"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5318760" y="1344502"/>
            <a:ext cx="1554480" cy="498781"/>
          </a:xfrm>
        </p:spPr>
        <p:txBody>
          <a:bodyPr rtlCol="0"/>
          <a:lstStyle>
            <a:lvl1pPr algn="ctr">
              <a:defRPr lang="en-US" sz="1300" kern="1200" spc="0" baseline="0">
                <a:solidFill>
                  <a:srgbClr val="FFFFFF"/>
                </a:solidFill>
                <a:latin typeface="+mj-ea"/>
                <a:ea typeface="+mj-ea"/>
                <a:cs typeface="+mn-cs"/>
              </a:defRPr>
            </a:lvl1pPr>
          </a:lstStyle>
          <a:p>
            <a:fld id="{7A3EB572-C624-418B-8597-163D90616FC8}" type="datetime1">
              <a:rPr lang="ko-KR" altLang="en-US" smtClean="0"/>
              <a:t>2025-09-03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1629157" y="5177408"/>
            <a:ext cx="5660134" cy="228600"/>
          </a:xfrm>
        </p:spPr>
        <p:txBody>
          <a:bodyPr rtlCol="0"/>
          <a:lstStyle>
            <a:lvl1pPr algn="l"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defRPr>
            </a:lvl1pPr>
          </a:lstStyle>
          <a:p>
            <a:endParaRPr 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8604504" y="5177408"/>
            <a:ext cx="1958339" cy="228600"/>
          </a:xfrm>
        </p:spPr>
        <p:txBody>
          <a:bodyPr rtlCol="0"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60714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663440" cy="3749040"/>
          </a:xfrm>
        </p:spPr>
        <p:txBody>
          <a:bodyPr rtlCol="0"/>
          <a:lstStyle>
            <a:lvl1pPr>
              <a:defRPr sz="1800">
                <a:latin typeface="+mj-ea"/>
                <a:ea typeface="+mj-ea"/>
              </a:defRPr>
            </a:lvl1pPr>
            <a:lvl2pPr>
              <a:defRPr sz="1600">
                <a:latin typeface="+mj-ea"/>
                <a:ea typeface="+mj-ea"/>
              </a:defRPr>
            </a:lvl2pPr>
            <a:lvl3pPr>
              <a:defRPr sz="1400">
                <a:latin typeface="+mj-ea"/>
                <a:ea typeface="+mj-ea"/>
              </a:defRPr>
            </a:lvl3pPr>
            <a:lvl4pPr>
              <a:defRPr sz="1400">
                <a:latin typeface="+mj-ea"/>
                <a:ea typeface="+mj-ea"/>
              </a:defRPr>
            </a:lvl4pPr>
            <a:lvl5pPr>
              <a:defRPr sz="1400">
                <a:latin typeface="+mj-ea"/>
                <a:ea typeface="+mj-ea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461760" y="2103120"/>
            <a:ext cx="4663440" cy="3749040"/>
          </a:xfrm>
        </p:spPr>
        <p:txBody>
          <a:bodyPr rtlCol="0"/>
          <a:lstStyle>
            <a:lvl1pPr>
              <a:defRPr sz="1800">
                <a:latin typeface="+mj-ea"/>
                <a:ea typeface="+mj-ea"/>
              </a:defRPr>
            </a:lvl1pPr>
            <a:lvl2pPr>
              <a:defRPr sz="1600">
                <a:latin typeface="+mj-ea"/>
                <a:ea typeface="+mj-ea"/>
              </a:defRPr>
            </a:lvl2pPr>
            <a:lvl3pPr>
              <a:defRPr sz="1400">
                <a:latin typeface="+mj-ea"/>
                <a:ea typeface="+mj-ea"/>
              </a:defRPr>
            </a:lvl3pPr>
            <a:lvl4pPr>
              <a:defRPr sz="1400">
                <a:latin typeface="+mj-ea"/>
                <a:ea typeface="+mj-ea"/>
              </a:defRPr>
            </a:lvl4pPr>
            <a:lvl5pPr>
              <a:defRPr sz="1400">
                <a:latin typeface="+mj-ea"/>
                <a:ea typeface="+mj-ea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BE760CE9-DAAA-4235-992F-BD3E0145916A}" type="datetime1">
              <a:rPr lang="ko-KR" altLang="en-US" smtClean="0"/>
              <a:t>2025-09-03</a:t>
            </a:fld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672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663440" cy="640080"/>
          </a:xfrm>
        </p:spPr>
        <p:txBody>
          <a:bodyPr rtlCol="0"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1900" b="1" i="0">
                <a:solidFill>
                  <a:schemeClr val="tx1"/>
                </a:solidFill>
                <a:latin typeface="+mj-ea"/>
                <a:ea typeface="+mj-ea"/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069848" y="2792472"/>
            <a:ext cx="4663440" cy="3163825"/>
          </a:xfrm>
        </p:spPr>
        <p:txBody>
          <a:bodyPr rtlCol="0"/>
          <a:lstStyle>
            <a:lvl1pPr>
              <a:defRPr sz="1800">
                <a:latin typeface="+mj-ea"/>
                <a:ea typeface="+mj-ea"/>
              </a:defRPr>
            </a:lvl1pPr>
            <a:lvl2pPr>
              <a:defRPr sz="1600">
                <a:latin typeface="+mj-ea"/>
                <a:ea typeface="+mj-ea"/>
              </a:defRPr>
            </a:lvl2pPr>
            <a:lvl3pPr>
              <a:defRPr sz="1400">
                <a:latin typeface="+mj-ea"/>
                <a:ea typeface="+mj-ea"/>
              </a:defRPr>
            </a:lvl3pPr>
            <a:lvl4pPr>
              <a:defRPr sz="1400">
                <a:latin typeface="+mj-ea"/>
                <a:ea typeface="+mj-ea"/>
              </a:defRPr>
            </a:lvl4pPr>
            <a:lvl5pPr>
              <a:defRPr sz="1400">
                <a:latin typeface="+mj-ea"/>
                <a:ea typeface="+mj-ea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ko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458712" y="2074334"/>
            <a:ext cx="4663440" cy="640080"/>
          </a:xfrm>
        </p:spPr>
        <p:txBody>
          <a:bodyPr rtlCol="0"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1900" b="1">
                <a:solidFill>
                  <a:schemeClr val="tx1"/>
                </a:solidFill>
                <a:latin typeface="+mj-ea"/>
                <a:ea typeface="+mj-ea"/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458712" y="2792471"/>
            <a:ext cx="4663440" cy="3164509"/>
          </a:xfrm>
        </p:spPr>
        <p:txBody>
          <a:bodyPr rtlCol="0"/>
          <a:lstStyle>
            <a:lvl1pPr>
              <a:defRPr sz="1800">
                <a:latin typeface="+mj-ea"/>
                <a:ea typeface="+mj-ea"/>
              </a:defRPr>
            </a:lvl1pPr>
            <a:lvl2pPr>
              <a:defRPr sz="1600">
                <a:latin typeface="+mj-ea"/>
                <a:ea typeface="+mj-ea"/>
              </a:defRPr>
            </a:lvl2pPr>
            <a:lvl3pPr>
              <a:defRPr sz="1400">
                <a:latin typeface="+mj-ea"/>
                <a:ea typeface="+mj-ea"/>
              </a:defRPr>
            </a:lvl3pPr>
            <a:lvl4pPr>
              <a:defRPr sz="1400">
                <a:latin typeface="+mj-ea"/>
                <a:ea typeface="+mj-ea"/>
              </a:defRPr>
            </a:lvl4pPr>
            <a:lvl5pPr>
              <a:defRPr sz="1400">
                <a:latin typeface="+mj-ea"/>
                <a:ea typeface="+mj-ea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ko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12DB1AE6-F89A-4A3B-A7FF-0FB649FB73D9}" type="datetime1">
              <a:rPr lang="ko-KR" altLang="en-US" smtClean="0"/>
              <a:t>2025-09-03</a:t>
            </a:fld>
            <a:endParaRPr 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endParaRPr 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960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D692FE0A-EA49-4D7D-9497-837FBECB3F6B}" type="datetime1">
              <a:rPr lang="ko-KR" altLang="en-US" smtClean="0"/>
              <a:t>2025-09-03</a:t>
            </a:fld>
            <a:endParaRPr 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endParaRPr 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413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56FBB2DF-47A9-40D1-8CCE-28FE2873E83F}" type="datetime1">
              <a:rPr lang="ko-KR" altLang="en-US" smtClean="0"/>
              <a:t>2025-09-03</a:t>
            </a:fld>
            <a:endParaRPr 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endParaRPr 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247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D5E1BBF9-8BEF-4353-BA68-30AAF9EBD8D8}"/>
              </a:ext>
            </a:extLst>
          </p:cNvPr>
          <p:cNvSpPr/>
          <p:nvPr/>
        </p:nvSpPr>
        <p:spPr>
          <a:xfrm>
            <a:off x="8119870" y="237744"/>
            <a:ext cx="3826596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B941C21-2A5D-4912-AB06-1BB0C0EB6AE1}"/>
              </a:ext>
            </a:extLst>
          </p:cNvPr>
          <p:cNvSpPr/>
          <p:nvPr/>
        </p:nvSpPr>
        <p:spPr>
          <a:xfrm>
            <a:off x="8254660" y="374904"/>
            <a:ext cx="3557016" cy="6108192"/>
          </a:xfrm>
          <a:prstGeom prst="rect">
            <a:avLst/>
          </a:prstGeom>
          <a:noFill/>
          <a:ln w="63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458200" y="607392"/>
            <a:ext cx="3161963" cy="1645920"/>
          </a:xfrm>
        </p:spPr>
        <p:txBody>
          <a:bodyPr rtlCol="0" anchor="b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200" b="0" kern="1200" cap="none" spc="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defRPr>
            </a:lvl1pPr>
          </a:lstStyle>
          <a:p>
            <a:pPr rtl="0"/>
            <a:r>
              <a:rPr lang="ko" dirty="0"/>
              <a:t>마스터 제목</a:t>
            </a:r>
            <a:br>
              <a:rPr lang="en-US" altLang="ko" dirty="0"/>
            </a:br>
            <a:r>
              <a:rPr lang="ko" dirty="0"/>
              <a:t>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85800" y="609600"/>
            <a:ext cx="6858000" cy="5334000"/>
          </a:xfrm>
        </p:spPr>
        <p:txBody>
          <a:bodyPr rtlCol="0"/>
          <a:lstStyle>
            <a:lvl1pPr>
              <a:defRPr sz="1900">
                <a:latin typeface="+mj-ea"/>
                <a:ea typeface="+mj-ea"/>
              </a:defRPr>
            </a:lvl1pPr>
            <a:lvl2pPr>
              <a:defRPr sz="1600">
                <a:latin typeface="+mj-ea"/>
                <a:ea typeface="+mj-ea"/>
              </a:defRPr>
            </a:lvl2pPr>
            <a:lvl3pPr>
              <a:defRPr sz="1400">
                <a:latin typeface="+mj-ea"/>
                <a:ea typeface="+mj-ea"/>
              </a:defRPr>
            </a:lvl3pPr>
            <a:lvl4pPr>
              <a:defRPr sz="1400">
                <a:latin typeface="+mj-ea"/>
                <a:ea typeface="+mj-ea"/>
              </a:defRPr>
            </a:lvl4pPr>
            <a:lvl5pPr>
              <a:defRPr sz="1400">
                <a:latin typeface="+mj-ea"/>
                <a:ea typeface="+mj-ea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8458200" y="2336800"/>
            <a:ext cx="3161963" cy="3606800"/>
          </a:xfrm>
        </p:spPr>
        <p:txBody>
          <a:bodyPr rtlCol="0"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800">
                <a:solidFill>
                  <a:schemeClr val="tx1"/>
                </a:solidFill>
                <a:latin typeface="+mj-ea"/>
                <a:ea typeface="+mj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ko" dirty="0"/>
              <a:t>마스터 텍스트 스타일을</a:t>
            </a:r>
            <a:br>
              <a:rPr lang="en-US" altLang="ko" dirty="0"/>
            </a:br>
            <a:r>
              <a:rPr lang="ko" dirty="0"/>
              <a:t>편집하려면 클릭하세요.</a:t>
            </a:r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>
          <a:xfrm>
            <a:off x="5588000" y="6035040"/>
            <a:ext cx="1955800" cy="365760"/>
          </a:xfrm>
        </p:spPr>
        <p:txBody>
          <a:bodyPr rtlCol="0"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defRPr>
            </a:lvl1pPr>
          </a:lstStyle>
          <a:p>
            <a:fld id="{490B79C2-6C94-403B-8C2C-F3D94681D3D0}" type="datetime1">
              <a:rPr lang="ko-KR" altLang="en-US" smtClean="0"/>
              <a:t>2025-09-03</a:t>
            </a:fld>
            <a:endParaRPr lang="en-US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>
          <a:xfrm>
            <a:off x="685801" y="6035040"/>
            <a:ext cx="4584700" cy="365760"/>
          </a:xfrm>
        </p:spPr>
        <p:txBody>
          <a:bodyPr rtlCol="0"/>
          <a:lstStyle>
            <a:lvl1pPr algn="l">
              <a:defRPr>
                <a:latin typeface="+mj-ea"/>
                <a:ea typeface="+mj-ea"/>
              </a:defRPr>
            </a:lvl1pPr>
          </a:lstStyle>
          <a:p>
            <a:endParaRPr lang="en-US"/>
          </a:p>
        </p:txBody>
      </p:sp>
      <p:sp>
        <p:nvSpPr>
          <p:cNvPr id="11" name="슬라이드 번호 개체 틀 10"/>
          <p:cNvSpPr>
            <a:spLocks noGrp="1"/>
          </p:cNvSpPr>
          <p:nvPr>
            <p:ph type="sldNum" sz="quarter" idx="12"/>
          </p:nvPr>
        </p:nvSpPr>
        <p:spPr>
          <a:xfrm>
            <a:off x="10396728" y="6035040"/>
            <a:ext cx="1223435" cy="365760"/>
          </a:xfrm>
        </p:spPr>
        <p:txBody>
          <a:bodyPr rtlCol="0"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602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E687CA98-D9C7-497F-A1DA-7D22F8753BCE}"/>
              </a:ext>
            </a:extLst>
          </p:cNvPr>
          <p:cNvSpPr/>
          <p:nvPr/>
        </p:nvSpPr>
        <p:spPr>
          <a:xfrm>
            <a:off x="8119870" y="237744"/>
            <a:ext cx="3826596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그림 개체 틀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7696201" cy="6382512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rtlCol="0" anchor="t"/>
          <a:lstStyle>
            <a:lvl1pPr marL="0" indent="0">
              <a:buNone/>
              <a:defRPr sz="3200">
                <a:latin typeface="+mj-ea"/>
                <a:ea typeface="+mj-ea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5662337" y="6035040"/>
            <a:ext cx="2071963" cy="365760"/>
          </a:xfrm>
        </p:spPr>
        <p:txBody>
          <a:bodyPr rtlCol="0"/>
          <a:lstStyle>
            <a:lvl1pPr>
              <a:defRPr b="1">
                <a:solidFill>
                  <a:srgbClr val="FFFFFF"/>
                </a:solidFill>
                <a:effectLst>
                  <a:outerShdw blurRad="1905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defRPr>
            </a:lvl1pPr>
          </a:lstStyle>
          <a:p>
            <a:fld id="{85759F83-5FB7-41EB-8B77-54D18451864A}" type="datetime1">
              <a:rPr lang="ko-KR" altLang="en-US" smtClean="0"/>
              <a:t>2025-09-03</a:t>
            </a:fld>
            <a:endParaRPr lang="en-US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612648" y="6035040"/>
            <a:ext cx="4588002" cy="365760"/>
          </a:xfrm>
        </p:spPr>
        <p:txBody>
          <a:bodyPr rtlCol="0"/>
          <a:lstStyle>
            <a:lvl1pPr marL="0" algn="r" defTabSz="914400" rtl="0" eaLnBrk="1" latinLnBrk="0" hangingPunct="1">
              <a:defRPr lang="en-US" sz="1000" b="1" kern="1200" dirty="0">
                <a:solidFill>
                  <a:srgbClr val="FFFFFF"/>
                </a:solidFill>
                <a:effectLst>
                  <a:outerShdw blurRad="1905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  <a:cs typeface="+mn-cs"/>
              </a:defRPr>
            </a:lvl1pPr>
          </a:lstStyle>
          <a:p>
            <a:pPr algn="l"/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10396728" y="6035040"/>
            <a:ext cx="1225296" cy="365760"/>
          </a:xfrm>
        </p:spPr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8B3D8CC-BB13-41A5-8F34-B8E84A4F9534}"/>
              </a:ext>
            </a:extLst>
          </p:cNvPr>
          <p:cNvSpPr/>
          <p:nvPr/>
        </p:nvSpPr>
        <p:spPr>
          <a:xfrm>
            <a:off x="8254660" y="374904"/>
            <a:ext cx="3557016" cy="6108192"/>
          </a:xfrm>
          <a:prstGeom prst="rect">
            <a:avLst/>
          </a:prstGeom>
          <a:noFill/>
          <a:ln w="63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477250" y="603504"/>
            <a:ext cx="3144774" cy="1645920"/>
          </a:xfrm>
        </p:spPr>
        <p:txBody>
          <a:bodyPr rtlCol="0" anchor="b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tx1"/>
                </a:solidFill>
                <a:latin typeface="+mj-ea"/>
                <a:ea typeface="+mj-ea"/>
              </a:defRPr>
            </a:lvl1pPr>
          </a:lstStyle>
          <a:p>
            <a:pPr rtl="0"/>
            <a:r>
              <a:rPr lang="ko" dirty="0"/>
              <a:t>마스터 제목</a:t>
            </a:r>
            <a:br>
              <a:rPr lang="en-US" altLang="ko" dirty="0"/>
            </a:br>
            <a:r>
              <a:rPr lang="ko" dirty="0"/>
              <a:t>스타일 편집</a:t>
            </a:r>
            <a:endParaRPr 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8477250" y="2386584"/>
            <a:ext cx="3144774" cy="3511296"/>
          </a:xfrm>
        </p:spPr>
        <p:txBody>
          <a:bodyPr rtlCol="0"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800">
                <a:solidFill>
                  <a:schemeClr val="tx1"/>
                </a:solidFill>
                <a:latin typeface="+mj-ea"/>
                <a:ea typeface="+mj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ko" dirty="0"/>
              <a:t>마스터 텍스트 스타일을</a:t>
            </a:r>
            <a:br>
              <a:rPr lang="en-US" altLang="ko" dirty="0"/>
            </a:br>
            <a:r>
              <a:rPr lang="ko" dirty="0"/>
              <a:t>편집하려면 클릭하세요.</a:t>
            </a:r>
          </a:p>
        </p:txBody>
      </p:sp>
    </p:spTree>
    <p:extLst>
      <p:ext uri="{BB962C8B-B14F-4D97-AF65-F5344CB8AC3E}">
        <p14:creationId xmlns:p14="http://schemas.microsoft.com/office/powerpoint/2010/main" val="26782230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>
              <a:defRPr>
                <a:latin typeface="+mj-ea"/>
                <a:ea typeface="+mj-ea"/>
              </a:defRPr>
            </a:lvl1pPr>
            <a:lvl2pPr>
              <a:defRPr>
                <a:latin typeface="+mj-ea"/>
                <a:ea typeface="+mj-ea"/>
              </a:defRPr>
            </a:lvl2pPr>
            <a:lvl3pPr>
              <a:defRPr>
                <a:latin typeface="+mj-ea"/>
                <a:ea typeface="+mj-ea"/>
              </a:defRPr>
            </a:lvl3pPr>
            <a:lvl4pPr>
              <a:defRPr>
                <a:latin typeface="+mj-ea"/>
                <a:ea typeface="+mj-ea"/>
              </a:defRPr>
            </a:lvl4pPr>
            <a:lvl5pPr>
              <a:defRPr>
                <a:latin typeface="+mj-ea"/>
                <a:ea typeface="+mj-ea"/>
              </a:defRPr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9AA789D4-F75C-46F1-A8E1-B49D7553F821}" type="datetime1">
              <a:rPr lang="ko-KR" altLang="en-US" smtClean="0"/>
              <a:t>2025-09-03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3299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991600" y="762000"/>
            <a:ext cx="2362200" cy="5257800"/>
          </a:xfrm>
        </p:spPr>
        <p:txBody>
          <a:bodyPr vert="eaVert" rtlCol="0"/>
          <a:lstStyle>
            <a:lvl1pPr>
              <a:defRPr>
                <a:latin typeface="+mj-ea"/>
                <a:ea typeface="+mj-ea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762000"/>
            <a:ext cx="8077200" cy="5257800"/>
          </a:xfrm>
        </p:spPr>
        <p:txBody>
          <a:bodyPr vert="eaVert" rtlCol="0"/>
          <a:lstStyle>
            <a:lvl1pPr>
              <a:defRPr>
                <a:latin typeface="+mj-ea"/>
                <a:ea typeface="+mj-ea"/>
              </a:defRPr>
            </a:lvl1pPr>
            <a:lvl2pPr>
              <a:defRPr>
                <a:latin typeface="+mj-ea"/>
                <a:ea typeface="+mj-ea"/>
              </a:defRPr>
            </a:lvl2pPr>
            <a:lvl3pPr>
              <a:defRPr>
                <a:latin typeface="+mj-ea"/>
                <a:ea typeface="+mj-ea"/>
              </a:defRPr>
            </a:lvl3pPr>
            <a:lvl4pPr>
              <a:defRPr>
                <a:latin typeface="+mj-ea"/>
                <a:ea typeface="+mj-ea"/>
              </a:defRPr>
            </a:lvl4pPr>
            <a:lvl5pPr>
              <a:defRPr>
                <a:latin typeface="+mj-ea"/>
                <a:ea typeface="+mj-ea"/>
              </a:defRPr>
            </a:lvl5pPr>
          </a:lstStyle>
          <a:p>
            <a:pPr lvl="0" rtl="0"/>
            <a:r>
              <a:rPr lang="ko-KR" altLang="en-US"/>
              <a:t>마스터 텍스트 스타일을 편집하려면 클릭</a:t>
            </a:r>
          </a:p>
          <a:p>
            <a:pPr lvl="1" rtl="0"/>
            <a:r>
              <a:rPr lang="ko-KR" altLang="en-US"/>
              <a:t>두 번째 수준</a:t>
            </a:r>
          </a:p>
          <a:p>
            <a:pPr lvl="2" rtl="0"/>
            <a:r>
              <a:rPr lang="ko-KR" altLang="en-US"/>
              <a:t>세 번째 수준</a:t>
            </a:r>
          </a:p>
          <a:p>
            <a:pPr lvl="3" rtl="0"/>
            <a:r>
              <a:rPr lang="ko-KR" altLang="en-US"/>
              <a:t>네 번째 수준</a:t>
            </a:r>
          </a:p>
          <a:p>
            <a:pPr lvl="4" rtl="0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6E95217A-41F5-40B0-A1B1-26DD36AFCC5B}" type="datetime1">
              <a:rPr lang="ko-KR" altLang="en-US" smtClean="0"/>
              <a:t>2025-09-03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073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직사각형 8">
            <a:extLst>
              <a:ext uri="{FF2B5EF4-FFF2-40B4-BE49-F238E27FC236}">
                <a16:creationId xmlns:a16="http://schemas.microsoft.com/office/drawing/2014/main" id="{1E94681D-2A4C-4A8D-B9B5-31D440D0328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>
              <a:latin typeface="+mj-ea"/>
              <a:ea typeface="+mj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1">
              <a:lumMod val="75000"/>
              <a:alpha val="60000"/>
            </a:schemeClr>
          </a:solidFill>
          <a:ln w="6350" cap="flat" cmpd="sng" algn="ctr">
            <a:noFill/>
            <a:prstDash val="solid"/>
          </a:ln>
          <a:effectLst>
            <a:softEdge rad="0"/>
          </a:effectLst>
        </p:spPr>
      </p:sp>
      <p:sp>
        <p:nvSpPr>
          <p:cNvPr id="8" name="직사각형 7"/>
          <p:cNvSpPr/>
          <p:nvPr/>
        </p:nvSpPr>
        <p:spPr>
          <a:xfrm>
            <a:off x="371856" y="374904"/>
            <a:ext cx="11448288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85000"/>
                <a:lumOff val="15000"/>
              </a:schemeClr>
            </a:solidFill>
            <a:prstDash val="solid"/>
            <a:miter lim="800000"/>
          </a:ln>
          <a:effectLst/>
        </p:spPr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ko"/>
              <a:t>마스터 제목 스타일 편집</a:t>
            </a:r>
            <a:endParaRPr 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849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"/>
              <a:t>마스터 텍스트 스타일을 편집하려면 클릭하세요.</a:t>
            </a:r>
          </a:p>
          <a:p>
            <a:pPr lvl="1" rtl="0"/>
            <a:r>
              <a:rPr lang="ko"/>
              <a:t>둘째 수준</a:t>
            </a:r>
          </a:p>
          <a:p>
            <a:pPr lvl="2" rtl="0"/>
            <a:r>
              <a:rPr lang="ko"/>
              <a:t>셋째 수준</a:t>
            </a:r>
          </a:p>
          <a:p>
            <a:pPr lvl="3" rtl="0"/>
            <a:r>
              <a:rPr lang="ko"/>
              <a:t>넷째 수준</a:t>
            </a:r>
          </a:p>
          <a:p>
            <a:pPr lvl="4" rtl="0"/>
            <a:r>
              <a:rPr lang="ko"/>
              <a:t>다섯째 수준</a:t>
            </a:r>
            <a:endParaRPr 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7256794" y="6035040"/>
            <a:ext cx="2893045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defRPr>
            </a:lvl1pPr>
          </a:lstStyle>
          <a:p>
            <a:fld id="{98D2B5FF-957F-493E-A036-A1B14CB1BDF4}" type="datetime1">
              <a:rPr lang="ko-KR" altLang="en-US" smtClean="0"/>
              <a:t>2025-09-03</a:t>
            </a:fld>
            <a:endParaRPr 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1066800" y="6035040"/>
            <a:ext cx="5816600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defRPr>
            </a:lvl1pPr>
          </a:lstStyle>
          <a:p>
            <a:endParaRPr 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10287000" y="6035040"/>
            <a:ext cx="838200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defRPr>
            </a:lvl1pPr>
          </a:lstStyle>
          <a:p>
            <a:fld id="{34B7E4EF-A1BD-40F4-AB7B-04F084DD99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577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65" r:id="rId5"/>
    <p:sldLayoutId id="2147483671" r:id="rId6"/>
    <p:sldLayoutId id="2147483672" r:id="rId7"/>
    <p:sldLayoutId id="2147483662" r:id="rId8"/>
    <p:sldLayoutId id="2147483663" r:id="rId9"/>
    <p:sldLayoutId id="2147483664" r:id="rId10"/>
    <p:sldLayoutId id="2147483666" r:id="rId11"/>
  </p:sldLayoutIdLst>
  <p:hf sldNum="0"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lang="en-US" sz="4000" i="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ea"/>
          <a:ea typeface="+mj-ea"/>
          <a:cs typeface="+mn-cs"/>
        </a:defRPr>
      </a:lvl1pPr>
    </p:titleStyle>
    <p:bodyStyle>
      <a:lvl1pPr marL="182880" indent="-182880" algn="l" defTabSz="914400" rtl="0" eaLnBrk="1" latinLnBrk="1" hangingPunct="1">
        <a:lnSpc>
          <a:spcPct val="11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500" kern="1200">
          <a:solidFill>
            <a:schemeClr val="tx1"/>
          </a:solidFill>
          <a:latin typeface="+mj-ea"/>
          <a:ea typeface="+mj-ea"/>
          <a:cs typeface="+mn-cs"/>
        </a:defRPr>
      </a:lvl1pPr>
      <a:lvl2pPr marL="457200" indent="-182880" algn="l" defTabSz="914400" rtl="0" eaLnBrk="1" latinLnBrk="1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300" kern="1200">
          <a:solidFill>
            <a:schemeClr val="tx1"/>
          </a:solidFill>
          <a:latin typeface="+mj-ea"/>
          <a:ea typeface="+mj-ea"/>
          <a:cs typeface="+mn-cs"/>
        </a:defRPr>
      </a:lvl2pPr>
      <a:lvl3pPr marL="731520" indent="-182880" algn="l" defTabSz="914400" rtl="0" eaLnBrk="1" latinLnBrk="1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j-ea"/>
          <a:ea typeface="+mj-ea"/>
          <a:cs typeface="+mn-cs"/>
        </a:defRPr>
      </a:lvl3pPr>
      <a:lvl4pPr marL="1005840" indent="-182880" algn="l" defTabSz="914400" rtl="0" eaLnBrk="1" latinLnBrk="1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j-ea"/>
          <a:ea typeface="+mj-ea"/>
          <a:cs typeface="+mn-cs"/>
        </a:defRPr>
      </a:lvl4pPr>
      <a:lvl5pPr marL="1280160" indent="-182880" algn="l" defTabSz="914400" rtl="0" eaLnBrk="1" latinLnBrk="1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j-ea"/>
          <a:ea typeface="+mj-ea"/>
          <a:cs typeface="+mn-cs"/>
        </a:defRPr>
      </a:lvl5pPr>
      <a:lvl6pPr marL="1600000" indent="-228600" algn="l" defTabSz="914400" rtl="0" eaLnBrk="1" latinLnBrk="1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1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1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1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로고 클로즈업&#10;&#10;자동 생성되는 설명">
            <a:extLst>
              <a:ext uri="{FF2B5EF4-FFF2-40B4-BE49-F238E27FC236}">
                <a16:creationId xmlns:a16="http://schemas.microsoft.com/office/drawing/2014/main" id="{8045422F-7258-40AC-BD2E-2469AA44892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/>
          <a:stretch/>
        </p:blipFill>
        <p:spPr>
          <a:xfrm>
            <a:off x="60157" y="0"/>
            <a:ext cx="12191979" cy="6857990"/>
          </a:xfrm>
          <a:prstGeom prst="rect">
            <a:avLst/>
          </a:prstGeom>
        </p:spPr>
      </p:pic>
      <p:sp>
        <p:nvSpPr>
          <p:cNvPr id="82" name="직사각형 81">
            <a:extLst>
              <a:ext uri="{FF2B5EF4-FFF2-40B4-BE49-F238E27FC236}">
                <a16:creationId xmlns:a16="http://schemas.microsoft.com/office/drawing/2014/main" id="{2644B391-9BFE-445C-A9EC-F544BB85FB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5067" y="1808532"/>
            <a:ext cx="5452527" cy="3240936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 w="6350" cap="sq" cmpd="sng" algn="ctr">
            <a:noFill/>
            <a:prstDash val="solid"/>
            <a:miter lim="800000"/>
          </a:ln>
          <a:effectLst/>
        </p:spPr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80F26E69-87D9-4655-AE7B-280A87AA3C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861010" y="1975104"/>
            <a:ext cx="5120640" cy="2907792"/>
          </a:xfrm>
          <a:prstGeom prst="rect">
            <a:avLst/>
          </a:prstGeom>
          <a:noFill/>
          <a:ln w="6350" cap="sq" cmpd="sng" algn="ctr">
            <a:solidFill>
              <a:schemeClr val="tx1"/>
            </a:solidFill>
            <a:prstDash val="solid"/>
            <a:miter lim="800000"/>
          </a:ln>
          <a:effectLst>
            <a:softEdge rad="0"/>
          </a:effectLst>
        </p:spPr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8C3B467-088C-4F3D-A9A7-105C4E1E20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95066" y="2272910"/>
            <a:ext cx="5452527" cy="1630907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sz="4400" dirty="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게임서버 </a:t>
            </a:r>
            <a:br>
              <a:rPr lang="en-US" altLang="ko-KR" sz="4400" dirty="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</a:br>
            <a:r>
              <a:rPr lang="ko-KR" altLang="en-US" sz="4400" dirty="0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포트폴리오</a:t>
            </a:r>
            <a:endParaRPr lang="ko" sz="4400" dirty="0">
              <a:solidFill>
                <a:schemeClr val="tx1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8722DDC-8EEE-4A06-8DFE-B44871EAA2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33793" y="3995988"/>
            <a:ext cx="4775075" cy="559656"/>
          </a:xfrm>
        </p:spPr>
        <p:txBody>
          <a:bodyPr rtlCol="0">
            <a:normAutofit/>
          </a:bodyPr>
          <a:lstStyle/>
          <a:p>
            <a:pPr rtl="0">
              <a:spcAft>
                <a:spcPts val="600"/>
              </a:spcAft>
            </a:pPr>
            <a:r>
              <a:rPr lang="ko-KR" altLang="en-US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이창하 </a:t>
            </a:r>
            <a:r>
              <a:rPr lang="en-US" altLang="ko-KR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(</a:t>
            </a:r>
            <a:r>
              <a:rPr lang="ko-KR" altLang="en-US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엑스엘게임즈</a:t>
            </a:r>
            <a:r>
              <a:rPr lang="en-US" altLang="ko-KR">
                <a:solidFill>
                  <a:schemeClr val="tx1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)</a:t>
            </a:r>
            <a:endParaRPr lang="ko" dirty="0">
              <a:solidFill>
                <a:schemeClr val="tx1"/>
              </a:solidFill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42807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457928"/>
            <a:ext cx="10058400" cy="1371600"/>
          </a:xfrm>
        </p:spPr>
        <p:txBody>
          <a:bodyPr rtlCol="0">
            <a:normAutofit/>
          </a:bodyPr>
          <a:lstStyle/>
          <a:p>
            <a:pPr algn="ctr" rtl="0"/>
            <a:r>
              <a:rPr lang="ko-KR" altLang="en-US" dirty="0">
                <a:latin typeface="+mj-ea"/>
                <a:ea typeface="+mj-ea"/>
              </a:rPr>
              <a:t>개요</a:t>
            </a:r>
            <a:endParaRPr lang="ko" dirty="0">
              <a:latin typeface="+mj-ea"/>
              <a:ea typeface="+mj-ea"/>
            </a:endParaRP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91DB1382-7276-49FA-9632-38D558F457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6927057"/>
              </p:ext>
            </p:extLst>
          </p:nvPr>
        </p:nvGraphicFramePr>
        <p:xfrm>
          <a:off x="1066800" y="2544679"/>
          <a:ext cx="10651958" cy="37256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215644F-6768-0B0C-AAC3-5F702C8FD61F}"/>
              </a:ext>
            </a:extLst>
          </p:cNvPr>
          <p:cNvSpPr txBox="1"/>
          <p:nvPr/>
        </p:nvSpPr>
        <p:spPr>
          <a:xfrm>
            <a:off x="2267451" y="1705592"/>
            <a:ext cx="8452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소개</a:t>
            </a:r>
            <a:r>
              <a:rPr lang="en-US" altLang="ko-KR" b="1" dirty="0"/>
              <a:t>: C#</a:t>
            </a:r>
            <a:r>
              <a:rPr lang="ko-KR" altLang="en-US" b="1" dirty="0"/>
              <a:t>서버</a:t>
            </a:r>
            <a:r>
              <a:rPr lang="en-US" altLang="ko-KR" b="1" dirty="0"/>
              <a:t>, </a:t>
            </a:r>
            <a:r>
              <a:rPr lang="ko-KR" altLang="en-US" b="1" dirty="0"/>
              <a:t>유니티 </a:t>
            </a:r>
            <a:r>
              <a:rPr lang="ko-KR" altLang="en-US" b="1" dirty="0" err="1"/>
              <a:t>클라로</a:t>
            </a:r>
            <a:r>
              <a:rPr lang="ko-KR" altLang="en-US" b="1" dirty="0"/>
              <a:t> 개발된 </a:t>
            </a:r>
            <a:r>
              <a:rPr lang="en-US" altLang="ko-KR" b="1" dirty="0"/>
              <a:t>Room </a:t>
            </a:r>
            <a:r>
              <a:rPr lang="ko-KR" altLang="en-US" b="1" dirty="0"/>
              <a:t>기반의 </a:t>
            </a:r>
            <a:r>
              <a:rPr lang="ko-KR" altLang="en-US" b="1" dirty="0" err="1"/>
              <a:t>클래시로얄</a:t>
            </a:r>
            <a:r>
              <a:rPr lang="ko-KR" altLang="en-US" b="1" dirty="0"/>
              <a:t> 모작 </a:t>
            </a:r>
            <a:r>
              <a:rPr lang="en-US" altLang="ko-KR" b="1" dirty="0"/>
              <a:t>RTS</a:t>
            </a:r>
            <a:endParaRPr lang="ko-KR" alt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83542F-AB90-7B87-B21B-B5D9EE62CC9C}"/>
              </a:ext>
            </a:extLst>
          </p:cNvPr>
          <p:cNvSpPr txBox="1"/>
          <p:nvPr/>
        </p:nvSpPr>
        <p:spPr>
          <a:xfrm>
            <a:off x="2218824" y="3114858"/>
            <a:ext cx="15580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2"/>
                </a:solidFill>
              </a:rPr>
              <a:t>개발환경</a:t>
            </a:r>
            <a:endParaRPr lang="ko-KR" altLang="en-US" dirty="0">
              <a:solidFill>
                <a:schemeClr val="bg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A8FC9D-3049-C9B8-F795-5FE6871DA80C}"/>
              </a:ext>
            </a:extLst>
          </p:cNvPr>
          <p:cNvSpPr txBox="1"/>
          <p:nvPr/>
        </p:nvSpPr>
        <p:spPr>
          <a:xfrm>
            <a:off x="9480882" y="3114858"/>
            <a:ext cx="15580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bg2"/>
                </a:solidFill>
              </a:rPr>
              <a:t>URL</a:t>
            </a:r>
            <a:r>
              <a:rPr lang="ko-KR" altLang="en-US" sz="2400" dirty="0">
                <a:solidFill>
                  <a:schemeClr val="bg2"/>
                </a:solidFill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25DEC8-191F-85E0-4D9B-4EB611A06048}"/>
              </a:ext>
            </a:extLst>
          </p:cNvPr>
          <p:cNvSpPr txBox="1"/>
          <p:nvPr/>
        </p:nvSpPr>
        <p:spPr>
          <a:xfrm>
            <a:off x="5714498" y="3114858"/>
            <a:ext cx="15580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 err="1">
                <a:solidFill>
                  <a:schemeClr val="bg2"/>
                </a:solidFill>
              </a:rPr>
              <a:t>개발스택</a:t>
            </a:r>
            <a:r>
              <a:rPr lang="ko-KR" altLang="en-US" sz="2400" dirty="0">
                <a:solidFill>
                  <a:schemeClr val="bg2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32431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579222-AAC2-BB5C-2FCD-ED5D27222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68126"/>
            <a:ext cx="10058400" cy="1371600"/>
          </a:xfrm>
        </p:spPr>
        <p:txBody>
          <a:bodyPr/>
          <a:lstStyle/>
          <a:p>
            <a:r>
              <a:rPr lang="ko-KR" altLang="en-US" dirty="0"/>
              <a:t>게임 화면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7E5C9515-9704-D6D4-60BE-2539189C68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9017" y="1328394"/>
            <a:ext cx="8969829" cy="2404435"/>
          </a:xfr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5E61998-BF88-0D0C-3702-F4009E03D7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9017" y="3845838"/>
            <a:ext cx="8969829" cy="2465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886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0BCAE-69ED-A716-BC14-6ECB74AE7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구성 도식화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F7CBAFE-2976-5F3C-2FC6-847B507A7FF4}"/>
              </a:ext>
            </a:extLst>
          </p:cNvPr>
          <p:cNvSpPr/>
          <p:nvPr/>
        </p:nvSpPr>
        <p:spPr>
          <a:xfrm>
            <a:off x="2176675" y="2142807"/>
            <a:ext cx="2182185" cy="16814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UNITY  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9EDAD4-B246-85D8-7A2C-2B55E1F22AEC}"/>
              </a:ext>
            </a:extLst>
          </p:cNvPr>
          <p:cNvSpPr txBox="1"/>
          <p:nvPr/>
        </p:nvSpPr>
        <p:spPr>
          <a:xfrm>
            <a:off x="2509972" y="1655304"/>
            <a:ext cx="1921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클라이언트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238BAE-8286-F087-8642-4806BE823C3B}"/>
              </a:ext>
            </a:extLst>
          </p:cNvPr>
          <p:cNvSpPr txBox="1"/>
          <p:nvPr/>
        </p:nvSpPr>
        <p:spPr>
          <a:xfrm>
            <a:off x="7216458" y="1177181"/>
            <a:ext cx="1921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서버</a:t>
            </a: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F73228F-ED71-8F83-FC0E-EDA94D9CAA74}"/>
              </a:ext>
            </a:extLst>
          </p:cNvPr>
          <p:cNvGrpSpPr/>
          <p:nvPr/>
        </p:nvGrpSpPr>
        <p:grpSpPr>
          <a:xfrm>
            <a:off x="7207621" y="1620965"/>
            <a:ext cx="3577245" cy="1362562"/>
            <a:chOff x="5809080" y="2176947"/>
            <a:chExt cx="3577245" cy="1362562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CDB251DA-AD63-8A89-6CA1-94A0B987EA58}"/>
                </a:ext>
              </a:extLst>
            </p:cNvPr>
            <p:cNvSpPr/>
            <p:nvPr/>
          </p:nvSpPr>
          <p:spPr>
            <a:xfrm>
              <a:off x="5809080" y="2176947"/>
              <a:ext cx="3577245" cy="1362562"/>
            </a:xfrm>
            <a:prstGeom prst="rect">
              <a:avLst/>
            </a:prstGeom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43C90DD-5D93-AC57-CE9B-7C7AAFBF1AA7}"/>
                </a:ext>
              </a:extLst>
            </p:cNvPr>
            <p:cNvSpPr txBox="1"/>
            <p:nvPr/>
          </p:nvSpPr>
          <p:spPr>
            <a:xfrm>
              <a:off x="6550286" y="2639213"/>
              <a:ext cx="20948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solidFill>
                    <a:schemeClr val="bg1"/>
                  </a:solidFill>
                </a:rPr>
                <a:t>Matching Server</a:t>
              </a:r>
              <a:endParaRPr lang="ko-KR" altLang="en-US" sz="1600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5551ACA9-5924-F04A-3B89-2B2311327449}"/>
              </a:ext>
            </a:extLst>
          </p:cNvPr>
          <p:cNvCxnSpPr>
            <a:cxnSpLocks/>
          </p:cNvCxnSpPr>
          <p:nvPr/>
        </p:nvCxnSpPr>
        <p:spPr>
          <a:xfrm>
            <a:off x="4508702" y="3236093"/>
            <a:ext cx="2598012" cy="818915"/>
          </a:xfrm>
          <a:prstGeom prst="straightConnector1">
            <a:avLst/>
          </a:prstGeom>
          <a:ln w="76200">
            <a:solidFill>
              <a:schemeClr val="tx1">
                <a:lumMod val="9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172F3B0-DE1D-FB40-280C-39D388118A30}"/>
              </a:ext>
            </a:extLst>
          </p:cNvPr>
          <p:cNvCxnSpPr>
            <a:cxnSpLocks/>
          </p:cNvCxnSpPr>
          <p:nvPr/>
        </p:nvCxnSpPr>
        <p:spPr>
          <a:xfrm>
            <a:off x="4557638" y="2802992"/>
            <a:ext cx="2549076" cy="0"/>
          </a:xfrm>
          <a:prstGeom prst="straightConnector1">
            <a:avLst/>
          </a:prstGeom>
          <a:ln w="76200">
            <a:solidFill>
              <a:schemeClr val="tx1">
                <a:lumMod val="9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DBDB1A11-4EB9-2BD8-E6A9-F3F22C2B042D}"/>
              </a:ext>
            </a:extLst>
          </p:cNvPr>
          <p:cNvSpPr txBox="1"/>
          <p:nvPr/>
        </p:nvSpPr>
        <p:spPr>
          <a:xfrm>
            <a:off x="5499472" y="1839970"/>
            <a:ext cx="4169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8E8D283-FFF2-37EC-BFBF-1CEA96350A9A}"/>
              </a:ext>
            </a:extLst>
          </p:cNvPr>
          <p:cNvSpPr txBox="1"/>
          <p:nvPr/>
        </p:nvSpPr>
        <p:spPr>
          <a:xfrm rot="940718">
            <a:off x="5423835" y="3402853"/>
            <a:ext cx="1921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4</a:t>
            </a:r>
            <a:endParaRPr lang="ko-KR" altLang="en-US" dirty="0"/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7746A97D-E51D-3433-F4CD-48A87794D2CF}"/>
              </a:ext>
            </a:extLst>
          </p:cNvPr>
          <p:cNvCxnSpPr>
            <a:cxnSpLocks/>
          </p:cNvCxnSpPr>
          <p:nvPr/>
        </p:nvCxnSpPr>
        <p:spPr>
          <a:xfrm>
            <a:off x="8834318" y="3036695"/>
            <a:ext cx="0" cy="576470"/>
          </a:xfrm>
          <a:prstGeom prst="straightConnector1">
            <a:avLst/>
          </a:prstGeom>
          <a:ln w="76200">
            <a:solidFill>
              <a:schemeClr val="tx1">
                <a:lumMod val="95000"/>
              </a:schemeClr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5B079473-CF93-21F6-64DE-B956B2BECEEF}"/>
              </a:ext>
            </a:extLst>
          </p:cNvPr>
          <p:cNvSpPr txBox="1"/>
          <p:nvPr/>
        </p:nvSpPr>
        <p:spPr>
          <a:xfrm>
            <a:off x="8423144" y="3140264"/>
            <a:ext cx="4169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endParaRPr lang="ko-KR" altLang="en-US" dirty="0"/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C7F1A07F-AD17-8326-62C2-5A3A1F7E91EE}"/>
              </a:ext>
            </a:extLst>
          </p:cNvPr>
          <p:cNvCxnSpPr>
            <a:cxnSpLocks/>
          </p:cNvCxnSpPr>
          <p:nvPr/>
        </p:nvCxnSpPr>
        <p:spPr>
          <a:xfrm>
            <a:off x="4557637" y="2295784"/>
            <a:ext cx="2549077" cy="1"/>
          </a:xfrm>
          <a:prstGeom prst="straightConnector1">
            <a:avLst/>
          </a:prstGeom>
          <a:ln w="76200">
            <a:solidFill>
              <a:schemeClr val="tx1">
                <a:lumMod val="95000"/>
              </a:schemeClr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878835B-452C-0575-B384-DA64B9B4EC1E}"/>
              </a:ext>
            </a:extLst>
          </p:cNvPr>
          <p:cNvSpPr txBox="1"/>
          <p:nvPr/>
        </p:nvSpPr>
        <p:spPr>
          <a:xfrm>
            <a:off x="5567454" y="2372369"/>
            <a:ext cx="4169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49" name="내용 개체 틀 2">
            <a:extLst>
              <a:ext uri="{FF2B5EF4-FFF2-40B4-BE49-F238E27FC236}">
                <a16:creationId xmlns:a16="http://schemas.microsoft.com/office/drawing/2014/main" id="{CC00163A-B40C-3CC6-CC02-4EE50E060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174" y="4149594"/>
            <a:ext cx="7156174" cy="2082115"/>
          </a:xfrm>
        </p:spPr>
        <p:txBody>
          <a:bodyPr>
            <a:normAutofit/>
          </a:bodyPr>
          <a:lstStyle/>
          <a:p>
            <a:r>
              <a:rPr lang="en-US" altLang="ko-KR" sz="1600" dirty="0"/>
              <a:t>1: </a:t>
            </a:r>
            <a:r>
              <a:rPr lang="ko-KR" altLang="en-US" sz="1600" dirty="0"/>
              <a:t>클라이언트가 </a:t>
            </a:r>
            <a:r>
              <a:rPr lang="ko-KR" altLang="en-US" sz="1600" dirty="0" err="1"/>
              <a:t>매칭서버에</a:t>
            </a:r>
            <a:r>
              <a:rPr lang="ko-KR" altLang="en-US" sz="1600" dirty="0"/>
              <a:t> 매칭 요청을 전송</a:t>
            </a:r>
            <a:endParaRPr lang="en-US" altLang="ko-KR" sz="1600" dirty="0"/>
          </a:p>
          <a:p>
            <a:r>
              <a:rPr lang="en-US" altLang="ko-KR" sz="1600" dirty="0"/>
              <a:t>2: </a:t>
            </a:r>
            <a:r>
              <a:rPr lang="ko-KR" altLang="en-US" sz="1600" dirty="0"/>
              <a:t>매칭이 완료되면 </a:t>
            </a:r>
            <a:r>
              <a:rPr lang="ko-KR" altLang="en-US" sz="1600" dirty="0" err="1"/>
              <a:t>매칭서버는</a:t>
            </a:r>
            <a:r>
              <a:rPr lang="ko-KR" altLang="en-US" sz="1600" dirty="0"/>
              <a:t> 게임서버에 클라이언트 정보전달</a:t>
            </a:r>
            <a:endParaRPr lang="en-US" altLang="ko-KR" sz="1600" dirty="0"/>
          </a:p>
          <a:p>
            <a:r>
              <a:rPr lang="en-US" altLang="ko-KR" sz="1600" dirty="0"/>
              <a:t>3: </a:t>
            </a:r>
            <a:r>
              <a:rPr lang="ko-KR" altLang="en-US" sz="1600" dirty="0"/>
              <a:t>매칭이 완료되면 클라이언트에 접속할 게임서버 </a:t>
            </a:r>
            <a:r>
              <a:rPr lang="en-US" altLang="ko-KR" sz="1600" dirty="0"/>
              <a:t>IP, Port</a:t>
            </a:r>
            <a:r>
              <a:rPr lang="ko-KR" altLang="en-US" sz="1600" dirty="0"/>
              <a:t>를 전달</a:t>
            </a:r>
            <a:endParaRPr lang="en-US" altLang="ko-KR" sz="1600" dirty="0"/>
          </a:p>
          <a:p>
            <a:r>
              <a:rPr lang="en-US" altLang="ko-KR" sz="1600" dirty="0"/>
              <a:t>4: </a:t>
            </a:r>
            <a:r>
              <a:rPr lang="ko-KR" altLang="en-US" sz="1600" dirty="0"/>
              <a:t>클라이언트는 게임서버와 게임이 </a:t>
            </a:r>
            <a:r>
              <a:rPr lang="ko-KR" altLang="en-US" sz="1600" dirty="0" err="1"/>
              <a:t>종료될때까지</a:t>
            </a:r>
            <a:r>
              <a:rPr lang="ko-KR" altLang="en-US" sz="1600" dirty="0"/>
              <a:t> 커넥션을 맺은 후 게임플레이를 진행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E447D2A4-B10D-C51D-65EF-81A821DE7AF4}"/>
              </a:ext>
            </a:extLst>
          </p:cNvPr>
          <p:cNvGrpSpPr/>
          <p:nvPr/>
        </p:nvGrpSpPr>
        <p:grpSpPr>
          <a:xfrm>
            <a:off x="8043092" y="4349875"/>
            <a:ext cx="3568408" cy="1176306"/>
            <a:chOff x="5881267" y="4279894"/>
            <a:chExt cx="3577245" cy="1362562"/>
          </a:xfrm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C5B8582D-5DE3-CA03-3314-37C194F18EFA}"/>
                </a:ext>
              </a:extLst>
            </p:cNvPr>
            <p:cNvSpPr/>
            <p:nvPr/>
          </p:nvSpPr>
          <p:spPr>
            <a:xfrm>
              <a:off x="5881267" y="4279894"/>
              <a:ext cx="3577245" cy="1362562"/>
            </a:xfrm>
            <a:prstGeom prst="rect">
              <a:avLst/>
            </a:prstGeom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58F7C34-6754-9436-F8EB-CC7325FF7BAF}"/>
                </a:ext>
              </a:extLst>
            </p:cNvPr>
            <p:cNvSpPr txBox="1"/>
            <p:nvPr/>
          </p:nvSpPr>
          <p:spPr>
            <a:xfrm>
              <a:off x="6550286" y="4791898"/>
              <a:ext cx="2251244" cy="3921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solidFill>
                    <a:schemeClr val="bg1"/>
                  </a:solidFill>
                </a:rPr>
                <a:t>Game Server</a:t>
              </a:r>
              <a:r>
                <a:rPr lang="ko-KR" altLang="en-US" sz="1600" dirty="0">
                  <a:solidFill>
                    <a:schemeClr val="bg1"/>
                  </a:solidFill>
                </a:rPr>
                <a:t>．．</a:t>
              </a:r>
              <a:r>
                <a:rPr lang="ko-KR" altLang="en-US" sz="1600" dirty="0" err="1">
                  <a:solidFill>
                    <a:schemeClr val="bg1"/>
                  </a:solidFill>
                </a:rPr>
                <a:t>Ｎ</a:t>
              </a:r>
              <a:endParaRPr lang="ko-KR" altLang="en-US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2AC0D695-35C1-3CC6-DF14-E2AC89B570CC}"/>
              </a:ext>
            </a:extLst>
          </p:cNvPr>
          <p:cNvGrpSpPr/>
          <p:nvPr/>
        </p:nvGrpSpPr>
        <p:grpSpPr>
          <a:xfrm>
            <a:off x="7216458" y="3644347"/>
            <a:ext cx="3568408" cy="1176306"/>
            <a:chOff x="5881267" y="4279894"/>
            <a:chExt cx="3577245" cy="1362562"/>
          </a:xfrm>
        </p:grpSpPr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6ED16AFE-23E0-F9C5-E641-663D759CB2C9}"/>
                </a:ext>
              </a:extLst>
            </p:cNvPr>
            <p:cNvSpPr/>
            <p:nvPr/>
          </p:nvSpPr>
          <p:spPr>
            <a:xfrm>
              <a:off x="5881267" y="4279894"/>
              <a:ext cx="3577245" cy="1362562"/>
            </a:xfrm>
            <a:prstGeom prst="rect">
              <a:avLst/>
            </a:prstGeom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33940E0-6A06-C682-E1F4-E26E18DBB9C8}"/>
                </a:ext>
              </a:extLst>
            </p:cNvPr>
            <p:cNvSpPr txBox="1"/>
            <p:nvPr/>
          </p:nvSpPr>
          <p:spPr>
            <a:xfrm>
              <a:off x="6550286" y="4791898"/>
              <a:ext cx="2251244" cy="3921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solidFill>
                    <a:schemeClr val="bg1"/>
                  </a:solidFill>
                </a:rPr>
                <a:t>Game Server</a:t>
              </a:r>
              <a:r>
                <a:rPr lang="ko-KR" altLang="en-US" sz="1600" dirty="0">
                  <a:solidFill>
                    <a:schemeClr val="bg1"/>
                  </a:solidFill>
                </a:rPr>
                <a:t>１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666856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BE938B-9655-BE5B-DB9B-A709DAB9D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FlatBuffer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8F01AD-CBD1-6C37-9918-17C1E37833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7206" y="1644198"/>
            <a:ext cx="10058400" cy="3849624"/>
          </a:xfrm>
        </p:spPr>
        <p:txBody>
          <a:bodyPr/>
          <a:lstStyle/>
          <a:p>
            <a:r>
              <a:rPr lang="ko-KR" altLang="en-US" dirty="0"/>
              <a:t>서버</a:t>
            </a:r>
            <a:r>
              <a:rPr lang="en-US" altLang="ko-KR" dirty="0"/>
              <a:t>/</a:t>
            </a:r>
            <a:r>
              <a:rPr lang="ko-KR" altLang="en-US" dirty="0" err="1"/>
              <a:t>클라에서는</a:t>
            </a:r>
            <a:r>
              <a:rPr lang="ko-KR" altLang="en-US" dirty="0"/>
              <a:t> </a:t>
            </a:r>
            <a:r>
              <a:rPr lang="en-US" altLang="ko-KR" dirty="0" err="1"/>
              <a:t>FlatBuffer</a:t>
            </a:r>
            <a:r>
              <a:rPr lang="ko-KR" altLang="en-US" dirty="0"/>
              <a:t>를 사용해 패킷 직렬화 사용</a:t>
            </a:r>
            <a:endParaRPr lang="en-US" altLang="ko-KR" dirty="0"/>
          </a:p>
          <a:p>
            <a:r>
              <a:rPr lang="en-US" altLang="ko-KR" dirty="0" err="1"/>
              <a:t>Fbs</a:t>
            </a:r>
            <a:r>
              <a:rPr lang="ko-KR" altLang="en-US" dirty="0"/>
              <a:t>파일의 코드생성은 배치파일로 자동화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34F143-5E7C-2724-ADD7-48A97FF6B871}"/>
              </a:ext>
            </a:extLst>
          </p:cNvPr>
          <p:cNvSpPr txBox="1"/>
          <p:nvPr/>
        </p:nvSpPr>
        <p:spPr>
          <a:xfrm>
            <a:off x="9878033" y="5961476"/>
            <a:ext cx="15600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.</a:t>
            </a:r>
            <a:r>
              <a:rPr lang="en-US" altLang="ko-KR" sz="1200" dirty="0" err="1"/>
              <a:t>fbs</a:t>
            </a:r>
            <a:r>
              <a:rPr lang="en-US" altLang="ko-KR" sz="1200" dirty="0"/>
              <a:t> </a:t>
            </a:r>
            <a:r>
              <a:rPr lang="ko-KR" altLang="en-US" sz="1200" dirty="0"/>
              <a:t>파일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3ED6A53-B9D9-119A-47C6-D989B60677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06" y="2398644"/>
            <a:ext cx="6323345" cy="398227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46C03D7-CC09-3FF6-7C09-9D99A12213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933" y="905256"/>
            <a:ext cx="2010766" cy="5473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561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2ABF66-01E9-B90F-EF54-9B0F75C76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매치메이킹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3D88897-E34F-0A56-973C-22B2C0B162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740" y="1799049"/>
            <a:ext cx="10058400" cy="3849624"/>
          </a:xfrm>
        </p:spPr>
        <p:txBody>
          <a:bodyPr/>
          <a:lstStyle/>
          <a:p>
            <a:r>
              <a:rPr lang="ko-KR" altLang="en-US" dirty="0"/>
              <a:t>주기적으로 </a:t>
            </a:r>
            <a:r>
              <a:rPr lang="ko-KR" altLang="en-US" dirty="0" err="1"/>
              <a:t>매치큐를</a:t>
            </a:r>
            <a:r>
              <a:rPr lang="ko-KR" altLang="en-US" dirty="0"/>
              <a:t> 돌며 플레이어의 점수가 일정 이내</a:t>
            </a:r>
            <a:r>
              <a:rPr lang="en-US" altLang="ko-KR" dirty="0"/>
              <a:t>(</a:t>
            </a:r>
            <a:r>
              <a:rPr lang="en-US" altLang="ko-KR" dirty="0" err="1"/>
              <a:t>MatchWindow</a:t>
            </a:r>
            <a:r>
              <a:rPr lang="en-US" altLang="ko-KR" dirty="0"/>
              <a:t>)</a:t>
            </a:r>
            <a:r>
              <a:rPr lang="ko-KR" altLang="en-US" dirty="0"/>
              <a:t>의 유저만 추출</a:t>
            </a:r>
            <a:r>
              <a:rPr lang="en-US" altLang="ko-KR" dirty="0"/>
              <a:t>, </a:t>
            </a:r>
            <a:r>
              <a:rPr lang="ko-KR" altLang="en-US" dirty="0"/>
              <a:t>만약 매칭에 실패하면 </a:t>
            </a:r>
            <a:r>
              <a:rPr lang="en-US" altLang="ko-KR" dirty="0"/>
              <a:t>100</a:t>
            </a:r>
            <a:r>
              <a:rPr lang="ko-KR" altLang="en-US" dirty="0"/>
              <a:t>점씩 </a:t>
            </a:r>
            <a:r>
              <a:rPr lang="en-US" altLang="ko-KR" dirty="0" err="1"/>
              <a:t>MatchWindow</a:t>
            </a:r>
            <a:r>
              <a:rPr lang="ko-KR" altLang="en-US" dirty="0"/>
              <a:t>를 증가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443E05F7-E710-D6BD-44DD-1A3A141A98CC}"/>
              </a:ext>
            </a:extLst>
          </p:cNvPr>
          <p:cNvGrpSpPr/>
          <p:nvPr/>
        </p:nvGrpSpPr>
        <p:grpSpPr>
          <a:xfrm>
            <a:off x="1380558" y="2755707"/>
            <a:ext cx="7644020" cy="1568656"/>
            <a:chOff x="1728576" y="2155205"/>
            <a:chExt cx="7644020" cy="1568656"/>
          </a:xfrm>
        </p:grpSpPr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1AF564F8-CB63-2DE8-32EB-89C9F1DC540E}"/>
                </a:ext>
              </a:extLst>
            </p:cNvPr>
            <p:cNvSpPr/>
            <p:nvPr/>
          </p:nvSpPr>
          <p:spPr>
            <a:xfrm>
              <a:off x="2819404" y="2524537"/>
              <a:ext cx="5529465" cy="119932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E79E4338-63C4-36BE-F851-ECFBC013F4B5}"/>
                </a:ext>
              </a:extLst>
            </p:cNvPr>
            <p:cNvSpPr/>
            <p:nvPr/>
          </p:nvSpPr>
          <p:spPr>
            <a:xfrm>
              <a:off x="3306417" y="2812773"/>
              <a:ext cx="708992" cy="57646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P2</a:t>
              </a:r>
              <a:endParaRPr lang="ko-KR" altLang="en-US" dirty="0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C011D367-BB69-AD73-A4FA-CFEBAB4E5CA7}"/>
                </a:ext>
              </a:extLst>
            </p:cNvPr>
            <p:cNvSpPr/>
            <p:nvPr/>
          </p:nvSpPr>
          <p:spPr>
            <a:xfrm>
              <a:off x="4065105" y="2812773"/>
              <a:ext cx="708992" cy="57646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P3</a:t>
              </a:r>
              <a:endParaRPr lang="ko-KR" altLang="en-US" dirty="0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7C24EAC-AE33-7CBB-DCDC-465726CD8DE4}"/>
                </a:ext>
              </a:extLst>
            </p:cNvPr>
            <p:cNvSpPr/>
            <p:nvPr/>
          </p:nvSpPr>
          <p:spPr>
            <a:xfrm>
              <a:off x="4823793" y="2812773"/>
              <a:ext cx="708992" cy="57646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AD8D0983-6080-CF9E-6FC9-DC4952B7DF82}"/>
                </a:ext>
              </a:extLst>
            </p:cNvPr>
            <p:cNvSpPr/>
            <p:nvPr/>
          </p:nvSpPr>
          <p:spPr>
            <a:xfrm>
              <a:off x="5582481" y="2812773"/>
              <a:ext cx="708992" cy="57646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74A1994A-BA90-A12C-51F4-89FD946F48AE}"/>
                </a:ext>
              </a:extLst>
            </p:cNvPr>
            <p:cNvSpPr/>
            <p:nvPr/>
          </p:nvSpPr>
          <p:spPr>
            <a:xfrm>
              <a:off x="6341169" y="2812772"/>
              <a:ext cx="708992" cy="57646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FD1125AA-84C4-1366-0A3C-C831708020A9}"/>
                </a:ext>
              </a:extLst>
            </p:cNvPr>
            <p:cNvSpPr/>
            <p:nvPr/>
          </p:nvSpPr>
          <p:spPr>
            <a:xfrm>
              <a:off x="7099857" y="2812772"/>
              <a:ext cx="708992" cy="57646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err="1"/>
                <a:t>Pn</a:t>
              </a:r>
              <a:endParaRPr lang="ko-KR" altLang="en-US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F0542E6-57AE-7ABF-1451-463851C10B82}"/>
                </a:ext>
              </a:extLst>
            </p:cNvPr>
            <p:cNvSpPr txBox="1"/>
            <p:nvPr/>
          </p:nvSpPr>
          <p:spPr>
            <a:xfrm>
              <a:off x="7563674" y="2155205"/>
              <a:ext cx="18089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 err="1"/>
                <a:t>MatchQueue</a:t>
              </a:r>
              <a:endParaRPr lang="ko-KR" altLang="en-US" dirty="0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44C8D44A-FF15-1083-5F0B-AD790CD1C78C}"/>
                </a:ext>
              </a:extLst>
            </p:cNvPr>
            <p:cNvSpPr/>
            <p:nvPr/>
          </p:nvSpPr>
          <p:spPr>
            <a:xfrm>
              <a:off x="1728576" y="2812772"/>
              <a:ext cx="1035329" cy="576469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P1</a:t>
              </a:r>
              <a:endParaRPr lang="ko-KR" altLang="en-US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B74436C9-2374-BB06-E38D-A61C3BDA9100}"/>
              </a:ext>
            </a:extLst>
          </p:cNvPr>
          <p:cNvSpPr txBox="1"/>
          <p:nvPr/>
        </p:nvSpPr>
        <p:spPr>
          <a:xfrm>
            <a:off x="2415887" y="4617186"/>
            <a:ext cx="5584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If diff(P1.Mmr, </a:t>
            </a:r>
            <a:r>
              <a:rPr lang="en-US" altLang="ko-KR" dirty="0" err="1"/>
              <a:t>Pn.Mmr</a:t>
            </a:r>
            <a:r>
              <a:rPr lang="en-US" altLang="ko-KR" dirty="0"/>
              <a:t>) &lt; </a:t>
            </a:r>
            <a:r>
              <a:rPr lang="en-US" altLang="ko-KR" dirty="0" err="1"/>
              <a:t>WindowSize</a:t>
            </a:r>
            <a:r>
              <a:rPr lang="en-US" altLang="ko-KR" dirty="0"/>
              <a:t> =&gt; Pick!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138671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592E-7BFD-1727-45E4-37508E332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패킷 처리 </a:t>
            </a:r>
            <a:r>
              <a:rPr lang="en-US" altLang="ko-KR" dirty="0"/>
              <a:t>(</a:t>
            </a:r>
            <a:r>
              <a:rPr lang="ko-KR" altLang="en-US" dirty="0"/>
              <a:t>여기 수정해라</a:t>
            </a:r>
            <a:r>
              <a:rPr lang="en-US" altLang="ko-KR" dirty="0"/>
              <a:t>~~~~)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994997-E73D-6D1F-B405-F1667A4892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플레이는 </a:t>
            </a:r>
            <a:r>
              <a:rPr lang="en-US" altLang="ko-KR" dirty="0" err="1"/>
              <a:t>GameRoom</a:t>
            </a:r>
            <a:r>
              <a:rPr lang="ko-KR" altLang="en-US" dirty="0"/>
              <a:t>에서 이뤄집니다</a:t>
            </a:r>
            <a:r>
              <a:rPr lang="en-US" altLang="ko-KR" dirty="0"/>
              <a:t>. </a:t>
            </a:r>
            <a:r>
              <a:rPr lang="ko-KR" altLang="en-US" dirty="0" err="1"/>
              <a:t>싱글쓰레드인</a:t>
            </a:r>
            <a:r>
              <a:rPr lang="ko-KR" altLang="en-US" dirty="0"/>
              <a:t> </a:t>
            </a:r>
            <a:r>
              <a:rPr lang="en-US" altLang="ko-KR" dirty="0" err="1"/>
              <a:t>JobQueue</a:t>
            </a:r>
            <a:r>
              <a:rPr lang="ko-KR" altLang="en-US" dirty="0"/>
              <a:t>에 </a:t>
            </a:r>
            <a:r>
              <a:rPr lang="en-US" altLang="ko-KR" dirty="0"/>
              <a:t>Push </a:t>
            </a:r>
            <a:r>
              <a:rPr lang="ko-KR" altLang="en-US" dirty="0"/>
              <a:t>하는 방식</a:t>
            </a:r>
            <a:r>
              <a:rPr lang="en-US" altLang="ko-KR" dirty="0"/>
              <a:t>. Tick </a:t>
            </a:r>
            <a:r>
              <a:rPr lang="ko-KR" altLang="en-US" dirty="0"/>
              <a:t>쓰레드에서 주기적으로 </a:t>
            </a:r>
            <a:r>
              <a:rPr lang="en-US" altLang="ko-KR" dirty="0"/>
              <a:t>Flush </a:t>
            </a:r>
            <a:r>
              <a:rPr lang="ko-KR" altLang="en-US" dirty="0"/>
              <a:t>하며 </a:t>
            </a:r>
            <a:r>
              <a:rPr lang="en-US" altLang="ko-KR" dirty="0"/>
              <a:t> </a:t>
            </a:r>
            <a:r>
              <a:rPr lang="en-US" altLang="ko-KR" dirty="0" err="1"/>
              <a:t>GameRoom</a:t>
            </a:r>
            <a:r>
              <a:rPr lang="en-US" altLang="ko-KR" dirty="0"/>
              <a:t> </a:t>
            </a:r>
            <a:r>
              <a:rPr lang="ko-KR" altLang="en-US" dirty="0"/>
              <a:t>로직 처리를 수행 </a:t>
            </a:r>
            <a:endParaRPr lang="en-US" altLang="ko-KR" dirty="0"/>
          </a:p>
          <a:p>
            <a:r>
              <a:rPr lang="en-US" altLang="ko-KR" dirty="0"/>
              <a:t>Multiple Producer Single Consumer 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DA9EAE-BE11-0D1C-7875-5C13580DC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BA43C-120F-4415-98B3-372D2FECC855}" type="datetime1">
              <a:rPr lang="ko-KR" altLang="en-US" smtClean="0"/>
              <a:t>2025-09-03</a:t>
            </a:fld>
            <a:endParaRPr 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AE70A46-E5A5-E4BA-F11E-982C6411A5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4369" y="3178419"/>
            <a:ext cx="5840831" cy="25721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F95A3BF-78E1-7E64-43BE-A99EFF758B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4369" y="3517926"/>
            <a:ext cx="5840831" cy="214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3457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39929B-8A69-AC6B-C453-F8F9AF15F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819243"/>
          </a:xfrm>
        </p:spPr>
        <p:txBody>
          <a:bodyPr/>
          <a:lstStyle/>
          <a:p>
            <a:r>
              <a:rPr lang="ko-KR" altLang="en-US" dirty="0" err="1"/>
              <a:t>게임룸</a:t>
            </a:r>
            <a:r>
              <a:rPr lang="ko-KR" altLang="en-US" dirty="0"/>
              <a:t> 상태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2BED4D-6749-FEC1-DACF-F12F32F43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1816" y="1543032"/>
            <a:ext cx="10058400" cy="3849624"/>
          </a:xfrm>
        </p:spPr>
        <p:txBody>
          <a:bodyPr/>
          <a:lstStyle/>
          <a:p>
            <a:r>
              <a:rPr lang="en-US" altLang="ko-KR" dirty="0" err="1"/>
              <a:t>GameRoom</a:t>
            </a:r>
            <a:r>
              <a:rPr lang="ko-KR" altLang="en-US" dirty="0"/>
              <a:t>은 </a:t>
            </a:r>
            <a:r>
              <a:rPr lang="en-US" altLang="ko-KR" dirty="0"/>
              <a:t>FSM</a:t>
            </a:r>
            <a:r>
              <a:rPr lang="ko-KR" altLang="en-US" dirty="0"/>
              <a:t>으로 </a:t>
            </a:r>
            <a:r>
              <a:rPr lang="en-US" altLang="ko-KR" dirty="0"/>
              <a:t>room</a:t>
            </a:r>
            <a:r>
              <a:rPr lang="ko-KR" altLang="en-US" dirty="0"/>
              <a:t>의 상태를 관리</a:t>
            </a:r>
            <a:endParaRPr lang="en-US" altLang="ko-KR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B3772430-A6BB-0739-3087-EDFD806FE798}"/>
              </a:ext>
            </a:extLst>
          </p:cNvPr>
          <p:cNvGrpSpPr/>
          <p:nvPr/>
        </p:nvGrpSpPr>
        <p:grpSpPr>
          <a:xfrm>
            <a:off x="1321784" y="2385279"/>
            <a:ext cx="5132471" cy="2929689"/>
            <a:chOff x="2580773" y="2947737"/>
            <a:chExt cx="5132471" cy="2929689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D11F78BC-1EFF-DADD-FC88-3A6408FCE645}"/>
                </a:ext>
              </a:extLst>
            </p:cNvPr>
            <p:cNvSpPr/>
            <p:nvPr/>
          </p:nvSpPr>
          <p:spPr>
            <a:xfrm>
              <a:off x="2580774" y="2947737"/>
              <a:ext cx="1720515" cy="96252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Waiting</a:t>
              </a:r>
              <a:endParaRPr lang="ko-KR" altLang="en-US" dirty="0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BF0BA6FB-40E3-2A9C-9DD4-AAD5F3518108}"/>
                </a:ext>
              </a:extLst>
            </p:cNvPr>
            <p:cNvSpPr/>
            <p:nvPr/>
          </p:nvSpPr>
          <p:spPr>
            <a:xfrm>
              <a:off x="5992729" y="2947737"/>
              <a:ext cx="1720515" cy="96252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err="1"/>
                <a:t>PreStart</a:t>
              </a:r>
              <a:endParaRPr lang="ko-KR" altLang="en-US" dirty="0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404F0A9F-D0B0-37D8-66E8-D0ACABFAF648}"/>
                </a:ext>
              </a:extLst>
            </p:cNvPr>
            <p:cNvSpPr/>
            <p:nvPr/>
          </p:nvSpPr>
          <p:spPr>
            <a:xfrm>
              <a:off x="2580773" y="4914900"/>
              <a:ext cx="1720515" cy="96252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End</a:t>
              </a:r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6B2BB32A-FFCC-7FC0-5A23-3745E038206D}"/>
                </a:ext>
              </a:extLst>
            </p:cNvPr>
            <p:cNvSpPr/>
            <p:nvPr/>
          </p:nvSpPr>
          <p:spPr>
            <a:xfrm>
              <a:off x="5992729" y="4914900"/>
              <a:ext cx="1720515" cy="96252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Start</a:t>
              </a:r>
              <a:endParaRPr lang="ko-KR" altLang="en-US" dirty="0"/>
            </a:p>
          </p:txBody>
        </p:sp>
      </p:grpSp>
      <p:sp>
        <p:nvSpPr>
          <p:cNvPr id="32" name="화살표: 오른쪽 31">
            <a:extLst>
              <a:ext uri="{FF2B5EF4-FFF2-40B4-BE49-F238E27FC236}">
                <a16:creationId xmlns:a16="http://schemas.microsoft.com/office/drawing/2014/main" id="{76F6A7E9-2A52-7EDE-F9F6-2C6F3062907A}"/>
              </a:ext>
            </a:extLst>
          </p:cNvPr>
          <p:cNvSpPr/>
          <p:nvPr/>
        </p:nvSpPr>
        <p:spPr>
          <a:xfrm>
            <a:off x="3378926" y="2653296"/>
            <a:ext cx="1045028" cy="357052"/>
          </a:xfrm>
          <a:prstGeom prst="rightArrow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화살표: 오른쪽 32">
            <a:extLst>
              <a:ext uri="{FF2B5EF4-FFF2-40B4-BE49-F238E27FC236}">
                <a16:creationId xmlns:a16="http://schemas.microsoft.com/office/drawing/2014/main" id="{F047CEC6-2513-C021-EE99-ED0CBFCCF477}"/>
              </a:ext>
            </a:extLst>
          </p:cNvPr>
          <p:cNvSpPr/>
          <p:nvPr/>
        </p:nvSpPr>
        <p:spPr>
          <a:xfrm rot="5400000">
            <a:off x="5227771" y="3697896"/>
            <a:ext cx="732451" cy="357052"/>
          </a:xfrm>
          <a:prstGeom prst="rightArrow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화살표: 오른쪽 33">
            <a:extLst>
              <a:ext uri="{FF2B5EF4-FFF2-40B4-BE49-F238E27FC236}">
                <a16:creationId xmlns:a16="http://schemas.microsoft.com/office/drawing/2014/main" id="{CDCA4EC1-462F-36F3-D0A8-2ED4C1B8E7B2}"/>
              </a:ext>
            </a:extLst>
          </p:cNvPr>
          <p:cNvSpPr/>
          <p:nvPr/>
        </p:nvSpPr>
        <p:spPr>
          <a:xfrm rot="10800000">
            <a:off x="3378926" y="4655179"/>
            <a:ext cx="1045028" cy="357052"/>
          </a:xfrm>
          <a:prstGeom prst="rightArrow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화살표: 오른쪽 34">
            <a:extLst>
              <a:ext uri="{FF2B5EF4-FFF2-40B4-BE49-F238E27FC236}">
                <a16:creationId xmlns:a16="http://schemas.microsoft.com/office/drawing/2014/main" id="{B0A86D73-9E10-E24B-11EB-096FBFBC0B0C}"/>
              </a:ext>
            </a:extLst>
          </p:cNvPr>
          <p:cNvSpPr/>
          <p:nvPr/>
        </p:nvSpPr>
        <p:spPr>
          <a:xfrm rot="16200000">
            <a:off x="1815815" y="3697897"/>
            <a:ext cx="732451" cy="357052"/>
          </a:xfrm>
          <a:prstGeom prst="rightArrow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내용 개체 틀 2">
            <a:extLst>
              <a:ext uri="{FF2B5EF4-FFF2-40B4-BE49-F238E27FC236}">
                <a16:creationId xmlns:a16="http://schemas.microsoft.com/office/drawing/2014/main" id="{FCCC3C36-97D8-3FE4-19F1-8A6C0EB8301F}"/>
              </a:ext>
            </a:extLst>
          </p:cNvPr>
          <p:cNvSpPr txBox="1">
            <a:spLocks/>
          </p:cNvSpPr>
          <p:nvPr/>
        </p:nvSpPr>
        <p:spPr>
          <a:xfrm>
            <a:off x="6964220" y="531223"/>
            <a:ext cx="4670948" cy="5808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1" hangingPunct="1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500" kern="120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1pPr>
            <a:lvl2pPr marL="457200" indent="-18288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300" kern="120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2pPr>
            <a:lvl3pPr marL="731520" indent="-18288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3pPr>
            <a:lvl4pPr marL="1005840" indent="-18288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4pPr>
            <a:lvl5pPr marL="1280160" indent="-18288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j-ea"/>
                <a:ea typeface="+mj-ea"/>
                <a:cs typeface="+mn-cs"/>
              </a:defRPr>
            </a:lvl5pPr>
            <a:lvl6pPr marL="1600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Waiting: </a:t>
            </a:r>
            <a:r>
              <a:rPr lang="ko-KR" altLang="en-US" dirty="0"/>
              <a:t>플레이어를 받을 수 있는 상태</a:t>
            </a:r>
            <a:endParaRPr lang="en-US" altLang="ko-KR" dirty="0"/>
          </a:p>
          <a:p>
            <a:r>
              <a:rPr lang="en-US" altLang="ko-KR" dirty="0" err="1"/>
              <a:t>PreStart</a:t>
            </a:r>
            <a:r>
              <a:rPr lang="en-US" altLang="ko-KR" dirty="0"/>
              <a:t>: 2</a:t>
            </a:r>
            <a:r>
              <a:rPr lang="ko-KR" altLang="en-US" dirty="0"/>
              <a:t>명의 플레이어를 받고 게임 시작 준비</a:t>
            </a:r>
            <a:endParaRPr lang="en-US" altLang="ko-KR" dirty="0"/>
          </a:p>
          <a:p>
            <a:r>
              <a:rPr lang="en-US" altLang="ko-KR" dirty="0"/>
              <a:t>Start: </a:t>
            </a:r>
            <a:r>
              <a:rPr lang="ko-KR" altLang="en-US" dirty="0"/>
              <a:t>실제 게임 플레이를 진행하는 상태</a:t>
            </a:r>
            <a:endParaRPr lang="en-US" altLang="ko-KR" dirty="0"/>
          </a:p>
          <a:p>
            <a:r>
              <a:rPr lang="en-US" altLang="ko-KR" dirty="0"/>
              <a:t>End: </a:t>
            </a:r>
            <a:r>
              <a:rPr lang="ko-KR" altLang="en-US" dirty="0"/>
              <a:t>게임이 완료되고 승패 결정이 난 상태 </a:t>
            </a:r>
            <a:endParaRPr lang="en-US" altLang="ko-KR" dirty="0"/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0481649E-21B9-A559-3F97-60922D9E9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2729" y="2273214"/>
            <a:ext cx="4533930" cy="3754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8651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7E35E5-E488-A22F-CAEB-C029D65E0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단위 테스트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311FD21-9E96-0553-FB5B-59C6E41017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일부 로직의 경우 </a:t>
            </a:r>
            <a:r>
              <a:rPr lang="en-US" altLang="ko-KR" dirty="0" err="1"/>
              <a:t>Nunit</a:t>
            </a:r>
            <a:r>
              <a:rPr lang="ko-KR" altLang="en-US" dirty="0"/>
              <a:t>을 이용한 </a:t>
            </a:r>
            <a:r>
              <a:rPr lang="en-US" altLang="ko-KR" dirty="0"/>
              <a:t>Unit</a:t>
            </a:r>
            <a:r>
              <a:rPr lang="ko-KR" altLang="en-US" dirty="0"/>
              <a:t> </a:t>
            </a:r>
            <a:r>
              <a:rPr lang="en-US" altLang="ko-KR" dirty="0"/>
              <a:t>Test</a:t>
            </a:r>
            <a:r>
              <a:rPr lang="ko-KR" altLang="en-US" dirty="0"/>
              <a:t>를 수행하여 검증</a:t>
            </a:r>
          </a:p>
        </p:txBody>
      </p:sp>
      <p:pic>
        <p:nvPicPr>
          <p:cNvPr id="9" name="내용 개체 틀 5">
            <a:extLst>
              <a:ext uri="{FF2B5EF4-FFF2-40B4-BE49-F238E27FC236}">
                <a16:creationId xmlns:a16="http://schemas.microsoft.com/office/drawing/2014/main" id="{F920F87F-C968-BAAE-17A5-990CA19441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087" y="2474241"/>
            <a:ext cx="5874388" cy="3849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1251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9563F7-937A-0323-AB79-002460412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Dummy Client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D14470-E472-8344-B6C5-7B10C8C26A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서버의 성능을 평가하기 위한 쓰레드</a:t>
            </a:r>
            <a:r>
              <a:rPr lang="en-US" altLang="ko-KR" dirty="0"/>
              <a:t>. </a:t>
            </a:r>
            <a:r>
              <a:rPr lang="ko-KR" altLang="en-US" dirty="0"/>
              <a:t>매 초마다 </a:t>
            </a:r>
            <a:r>
              <a:rPr lang="en-US" altLang="ko-KR" dirty="0"/>
              <a:t>Send/</a:t>
            </a:r>
            <a:r>
              <a:rPr lang="en-US" altLang="ko-KR" dirty="0" err="1"/>
              <a:t>Recv</a:t>
            </a:r>
            <a:r>
              <a:rPr lang="en-US" altLang="ko-KR" dirty="0"/>
              <a:t> </a:t>
            </a:r>
            <a:r>
              <a:rPr lang="ko-KR" altLang="en-US" dirty="0"/>
              <a:t>한 </a:t>
            </a:r>
            <a:r>
              <a:rPr lang="ko-KR" altLang="en-US" dirty="0" err="1"/>
              <a:t>패킷수를</a:t>
            </a:r>
            <a:r>
              <a:rPr lang="ko-KR" altLang="en-US" dirty="0"/>
              <a:t> 보고</a:t>
            </a:r>
            <a:endParaRPr lang="en-US" altLang="ko-KR" dirty="0"/>
          </a:p>
          <a:p>
            <a:r>
              <a:rPr lang="ko-KR" altLang="en-US" dirty="0"/>
              <a:t>더미 클라이언트와 함께 사용되어 서버의 처리량을 측정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F2E497-2463-4907-ADF2-09F5BF987FC0}"/>
              </a:ext>
            </a:extLst>
          </p:cNvPr>
          <p:cNvSpPr txBox="1"/>
          <p:nvPr/>
        </p:nvSpPr>
        <p:spPr>
          <a:xfrm>
            <a:off x="6408155" y="5637890"/>
            <a:ext cx="45058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1500</a:t>
            </a:r>
            <a:r>
              <a:rPr lang="ko-KR" altLang="en-US" sz="1400" dirty="0"/>
              <a:t>명 접속</a:t>
            </a:r>
            <a:r>
              <a:rPr lang="en-US" altLang="ko-KR" sz="1400" dirty="0"/>
              <a:t>, 0.2</a:t>
            </a:r>
            <a:r>
              <a:rPr lang="ko-KR" altLang="en-US" sz="1400" dirty="0"/>
              <a:t>초당 </a:t>
            </a:r>
            <a:r>
              <a:rPr lang="ko-KR" altLang="en-US" sz="1400" dirty="0" err="1"/>
              <a:t>이동패킷을</a:t>
            </a:r>
            <a:r>
              <a:rPr lang="ko-KR" altLang="en-US" sz="1400" dirty="0"/>
              <a:t> </a:t>
            </a:r>
            <a:r>
              <a:rPr lang="ko-KR" altLang="en-US" sz="1400" dirty="0" err="1"/>
              <a:t>보냈을때</a:t>
            </a:r>
            <a:r>
              <a:rPr lang="ko-KR" altLang="en-US" sz="1400" dirty="0"/>
              <a:t> </a:t>
            </a:r>
            <a:r>
              <a:rPr lang="ko-KR" altLang="en-US" sz="1400" dirty="0" err="1"/>
              <a:t>패킷처리량</a:t>
            </a:r>
            <a:endParaRPr lang="en-US" altLang="ko-KR" sz="1400" dirty="0"/>
          </a:p>
          <a:p>
            <a:endParaRPr lang="ko-KR" altLang="en-US" sz="1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79D761D-4DE3-444E-D2A1-7F45DB078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2833437"/>
            <a:ext cx="5404458" cy="3459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096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3B1F0F4E-4925-4628-9ADE-EE33B229615D}"/>
              </a:ext>
            </a:extLst>
          </p:cNvPr>
          <p:cNvSpPr txBox="1"/>
          <p:nvPr/>
        </p:nvSpPr>
        <p:spPr>
          <a:xfrm>
            <a:off x="2462076" y="2490281"/>
            <a:ext cx="7981950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600" u="sng" dirty="0">
                <a:latin typeface="휴먼둥근헤드라인" panose="02030504000101010101" pitchFamily="18" charset="-127"/>
                <a:ea typeface="휴먼둥근헤드라인" panose="02030504000101010101" pitchFamily="18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81915133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vonVTI">
  <a:themeElements>
    <a:clrScheme name="FIVE">
      <a:dk1>
        <a:sysClr val="windowText" lastClr="000000"/>
      </a:dk1>
      <a:lt1>
        <a:sysClr val="window" lastClr="FFFFFF"/>
      </a:lt1>
      <a:dk2>
        <a:srgbClr val="505046"/>
      </a:dk2>
      <a:lt2>
        <a:srgbClr val="F5F6F4"/>
      </a:lt2>
      <a:accent1>
        <a:srgbClr val="57903F"/>
      </a:accent1>
      <a:accent2>
        <a:srgbClr val="F03F2B"/>
      </a:accent2>
      <a:accent3>
        <a:srgbClr val="3488A0"/>
      </a:accent3>
      <a:accent4>
        <a:srgbClr val="F8D22F"/>
      </a:accent4>
      <a:accent5>
        <a:srgbClr val="5CC6D6"/>
      </a:accent5>
      <a:accent6>
        <a:srgbClr val="B8D233"/>
      </a:accent6>
      <a:hlink>
        <a:srgbClr val="00B0F0"/>
      </a:hlink>
      <a:folHlink>
        <a:srgbClr val="B2B2B2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avo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hade val="100000"/>
                <a:satMod val="300000"/>
              </a:schemeClr>
            </a:gs>
            <a:gs pos="100000">
              <a:schemeClr val="phClr">
                <a:tint val="100000"/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1798884_TF78438558" id="{3CB50A5E-A4A2-4D8C-92BF-ECB022D5D39A}" vid="{3F4CD028-47E6-4463-B06D-5EDDC9C0696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{D8091B06-A71D-4D4B-9F82-18D0916D4BD1}tf78438558_win32</Template>
  <TotalTime>2084</TotalTime>
  <Words>318</Words>
  <Application>Microsoft Office PowerPoint</Application>
  <PresentationFormat>와이드스크린</PresentationFormat>
  <Paragraphs>64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Malgun Gothic</vt:lpstr>
      <vt:lpstr>Malgun Gothic</vt:lpstr>
      <vt:lpstr>휴먼둥근헤드라인</vt:lpstr>
      <vt:lpstr>Calibri</vt:lpstr>
      <vt:lpstr>Garamond</vt:lpstr>
      <vt:lpstr>SavonVTI</vt:lpstr>
      <vt:lpstr>게임서버  포트폴리오</vt:lpstr>
      <vt:lpstr>개요</vt:lpstr>
      <vt:lpstr>게임 화면</vt:lpstr>
      <vt:lpstr>프로젝트 구성 도식화</vt:lpstr>
      <vt:lpstr>FlatBuffer</vt:lpstr>
      <vt:lpstr>매치메이킹</vt:lpstr>
      <vt:lpstr>패킷 처리 (여기 수정해라~~~~)</vt:lpstr>
      <vt:lpstr>게임룸 상태</vt:lpstr>
      <vt:lpstr>단위 테스트</vt:lpstr>
      <vt:lpstr>Dummy Client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게임서버  포트폴리오</dc:title>
  <dc:creator>창하 이</dc:creator>
  <cp:lastModifiedBy>창하 이</cp:lastModifiedBy>
  <cp:revision>87</cp:revision>
  <dcterms:created xsi:type="dcterms:W3CDTF">2024-02-21T13:01:39Z</dcterms:created>
  <dcterms:modified xsi:type="dcterms:W3CDTF">2025-09-03T09:14:44Z</dcterms:modified>
</cp:coreProperties>
</file>